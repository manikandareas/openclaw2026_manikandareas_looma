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slideMasters/slideMaster1.xml" ContentType="application/vnd.openxmlformats-officedocument.presentationml.slideMaster+xml"/>
  <Override PartName="/ppt/theme/theme1.xml" ContentType="application/vnd.openxmlformats-officedocument.theme+xml"/>
  <Override PartName="/ppt/notesMasters/notesMaster1.xml" ContentType="application/vnd.openxmlformats-officedocument.presentationml.notesMaster+xml"/>
  <Override PartName="/ppt/notesMasters/theme/theme2.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ppt/slideLayouts/slideLayout2.xml" ContentType="application/vnd.openxmlformats-officedocument.presentationml.slideLayout+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3a10d0643e0f49c6" /><Relationship Type="http://schemas.openxmlformats.org/officeDocument/2006/relationships/extended-properties" Target="/docProps/app.xml" Id="Rb26736b849ee463d" /><Relationship Type="http://schemas.openxmlformats.org/officeDocument/2006/relationships/officeDocument" Target="/ppt/presentation.xml" Id="R5bcd9e4ee2da4633" /></Relationships>
</file>

<file path=ppt/presentation.xml><?xml version="1.0" encoding="utf-8"?>
<p:presentation xmlns:p="http://schemas.openxmlformats.org/presentationml/2006/main">
  <p:sldMasterIdLst>
    <p:sldMasterId xmlns:r="http://schemas.openxmlformats.org/officeDocument/2006/relationships" id="2147483648" r:id="R00f1bb063fee46ce"/>
  </p:sldMasterIdLst>
  <p:notesMasterIdLst>
    <p:notesMasterId xmlns:r="http://schemas.openxmlformats.org/officeDocument/2006/relationships" r:id="Rfdb5f2c9ed3949f4"/>
  </p:notesMasterIdLst>
  <p:sldIdLst>
    <p:sldId xmlns:r="http://schemas.openxmlformats.org/officeDocument/2006/relationships" id="256" r:id="Rd457ee8d610d473d"/>
    <p:sldId xmlns:r="http://schemas.openxmlformats.org/officeDocument/2006/relationships" id="257" r:id="Rfdf6645dc92d4877"/>
    <p:sldId xmlns:r="http://schemas.openxmlformats.org/officeDocument/2006/relationships" id="258" r:id="R279aa6ca018a4ac8"/>
    <p:sldId xmlns:r="http://schemas.openxmlformats.org/officeDocument/2006/relationships" id="259" r:id="R7caf2d271572490f"/>
    <p:sldId xmlns:r="http://schemas.openxmlformats.org/officeDocument/2006/relationships" id="260" r:id="R79cb5ebb27ee4590"/>
  </p:sldIdLst>
  <p:sldSz cx="12192000" cy="6858000"/>
  <p:notesSz cx="6858000" cy="9144000"/>
  <p:defaultTextStyle>
    <a:defPPr xmlns:a="http://schemas.openxmlformats.org/drawingml/2006/main">
      <a:defRPr lang="en-US"/>
    </a:defPPr>
    <a:lvl1pPr xmlns:a="http://schemas.openxmlformats.org/drawingml/2006/main" marL="0" indent="0" algn="l" defTabSz="914400">
      <a:defRPr sz="1800" kern="1200">
        <a:solidFill>
          <a:schemeClr val="tx1"/>
        </a:solidFill>
        <a:latin typeface="+mn-lt"/>
        <a:ea typeface="+mn-ea"/>
        <a:cs typeface="+mn-cs"/>
      </a:defRPr>
    </a:lvl1pPr>
    <a:lvl2pPr xmlns:a="http://schemas.openxmlformats.org/drawingml/2006/main" marL="457200" indent="0" algn="l" defTabSz="914400">
      <a:defRPr sz="1800" kern="1200">
        <a:solidFill>
          <a:schemeClr val="tx1"/>
        </a:solidFill>
        <a:latin typeface="+mn-lt"/>
        <a:ea typeface="+mn-ea"/>
        <a:cs typeface="+mn-cs"/>
      </a:defRPr>
    </a:lvl2pPr>
    <a:lvl3pPr xmlns:a="http://schemas.openxmlformats.org/drawingml/2006/main" marL="914400" indent="0" algn="l" defTabSz="914400">
      <a:defRPr sz="1800" kern="1200">
        <a:solidFill>
          <a:schemeClr val="tx1"/>
        </a:solidFill>
        <a:latin typeface="+mn-lt"/>
        <a:ea typeface="+mn-ea"/>
        <a:cs typeface="+mn-cs"/>
      </a:defRPr>
    </a:lvl3pPr>
    <a:lvl4pPr xmlns:a="http://schemas.openxmlformats.org/drawingml/2006/main" marL="1371600" indent="0" algn="l" defTabSz="914400">
      <a:defRPr sz="1800" kern="1200">
        <a:solidFill>
          <a:schemeClr val="tx1"/>
        </a:solidFill>
        <a:latin typeface="+mn-lt"/>
        <a:ea typeface="+mn-ea"/>
        <a:cs typeface="+mn-cs"/>
      </a:defRPr>
    </a:lvl4pPr>
    <a:lvl5pPr xmlns:a="http://schemas.openxmlformats.org/drawingml/2006/main" marL="1828800" indent="0" algn="l" defTabSz="914400">
      <a:defRPr sz="1800" kern="1200">
        <a:solidFill>
          <a:schemeClr val="tx1"/>
        </a:solidFill>
        <a:latin typeface="+mn-lt"/>
        <a:ea typeface="+mn-ea"/>
        <a:cs typeface="+mn-cs"/>
      </a:defRPr>
    </a:lvl5pPr>
    <a:lvl6pPr xmlns:a="http://schemas.openxmlformats.org/drawingml/2006/main" marL="2286000" indent="0" algn="l" defTabSz="914400">
      <a:defRPr sz="1800" kern="1200">
        <a:solidFill>
          <a:schemeClr val="tx1"/>
        </a:solidFill>
        <a:latin typeface="+mn-lt"/>
        <a:ea typeface="+mn-ea"/>
        <a:cs typeface="+mn-cs"/>
      </a:defRPr>
    </a:lvl6pPr>
    <a:lvl7pPr xmlns:a="http://schemas.openxmlformats.org/drawingml/2006/main" marL="2743200" indent="0" algn="l" defTabSz="914400">
      <a:defRPr sz="1800" kern="1200">
        <a:solidFill>
          <a:schemeClr val="tx1"/>
        </a:solidFill>
        <a:latin typeface="+mn-lt"/>
        <a:ea typeface="+mn-ea"/>
        <a:cs typeface="+mn-cs"/>
      </a:defRPr>
    </a:lvl7pPr>
    <a:lvl8pPr xmlns:a="http://schemas.openxmlformats.org/drawingml/2006/main" marL="3200400" indent="0" algn="l" defTabSz="914400">
      <a:defRPr sz="1800" kern="1200">
        <a:solidFill>
          <a:schemeClr val="tx1"/>
        </a:solidFill>
        <a:latin typeface="+mn-lt"/>
        <a:ea typeface="+mn-ea"/>
        <a:cs typeface="+mn-cs"/>
      </a:defRPr>
    </a:lvl8pPr>
    <a:lvl9pPr xmlns:a="http://schemas.openxmlformats.org/drawingml/2006/main" marL="3657600" indent="0" algn="l" defTabSz="914400">
      <a:defRPr sz="1800" kern="1200">
        <a:solidFill>
          <a:schemeClr val="tx1"/>
        </a:solidFill>
        <a:latin typeface="+mn-lt"/>
        <a:ea typeface="+mn-ea"/>
        <a:cs typeface="+mn-cs"/>
      </a:defRPr>
    </a:lvl9pPr>
  </p:defaultTextStyle>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viewProps.xml><?xml version="1.0" encoding="utf-8"?>
<p:viewPr xmlns:p="http://schemas.openxmlformats.org/presentationml/2006/main">
  <p:normalViewPr>
    <p:restoredLeft sz="15611"/>
    <p:restoredTop sz="94658"/>
  </p:normalViewPr>
  <p:slideViewPr>
    <p:cSldViewPr snapToGrid="0">
      <p:cViewPr varScale="1">
        <p:scale>
          <a:sx xmlns:a="http://schemas.openxmlformats.org/drawingml/2006/main" n="120" d="100"/>
          <a:sy xmlns:a="http://schemas.openxmlformats.org/drawingml/2006/main" n="120" d="100"/>
        </p:scale>
        <p:origin x="800" y="184"/>
      </p:cViewPr>
      <p:guideLst/>
    </p:cSldViewPr>
  </p:slideViewPr>
  <p:notesTextViewPr>
    <p:cViewPr>
      <p:scale>
        <a:sx xmlns:a="http://schemas.openxmlformats.org/drawingml/2006/main" n="1" d="1"/>
        <a:sy xmlns:a="http://schemas.openxmlformats.org/drawingml/2006/main" n="1" d="1"/>
      </p:scale>
      <p:origin x="0" y="0"/>
    </p:cViewPr>
  </p:notesTextViewPr>
  <p:gridSpacing cx="76200" cy="76200"/>
</p:viewPr>
</file>

<file path=ppt/_rels/presentation.xml.rels>&#65279;<?xml version="1.0" encoding="utf-8"?><Relationships xmlns="http://schemas.openxmlformats.org/package/2006/relationships"><Relationship Type="http://schemas.openxmlformats.org/officeDocument/2006/relationships/slideMaster" Target="/ppt/slideMasters/slideMaster1.xml" Id="R00f1bb063fee46ce" /><Relationship Type="http://schemas.openxmlformats.org/officeDocument/2006/relationships/theme" Target="/ppt/theme/theme1.xml" Id="Rf49e0974ff82415d" /><Relationship Type="http://schemas.openxmlformats.org/officeDocument/2006/relationships/notesMaster" Target="/ppt/notesMasters/notesMaster1.xml" Id="Rfdb5f2c9ed3949f4" /><Relationship Type="http://schemas.openxmlformats.org/officeDocument/2006/relationships/presProps" Target="/ppt/presProps.xml" Id="Rbf60349a47a14c5c" /><Relationship Type="http://schemas.openxmlformats.org/officeDocument/2006/relationships/viewProps" Target="/ppt/viewProps.xml" Id="Rfb256879f9cc45e1" /><Relationship Type="http://schemas.openxmlformats.org/officeDocument/2006/relationships/tableStyles" Target="/ppt/tableStyles.xml" Id="R7061e1f1b73d4c73" /><Relationship Type="http://schemas.openxmlformats.org/officeDocument/2006/relationships/slide" Target="/ppt/slides/slide1.xml" Id="Rd457ee8d610d473d" /><Relationship Type="http://schemas.openxmlformats.org/officeDocument/2006/relationships/slide" Target="/ppt/slides/slide2.xml" Id="Rfdf6645dc92d4877" /><Relationship Type="http://schemas.openxmlformats.org/officeDocument/2006/relationships/slide" Target="/ppt/slides/slide3.xml" Id="R279aa6ca018a4ac8" /><Relationship Type="http://schemas.openxmlformats.org/officeDocument/2006/relationships/slide" Target="/ppt/slides/slide4.xml" Id="R7caf2d271572490f" /><Relationship Type="http://schemas.openxmlformats.org/officeDocument/2006/relationships/slide" Target="/ppt/slides/slide5.xml" Id="R79cb5ebb27ee4590"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2.xml" Id="Raddf2bed0e5046ae"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solidFill>
          <a:schemeClr val="dk1"/>
        </a:solidFill>
        <a:solidFill>
          <a:schemeClr val="accent1"/>
        </a:soli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39c8fa045f2d404d" /><Relationship Type="http://schemas.openxmlformats.org/officeDocument/2006/relationships/notesMaster" Target="/ppt/notesMasters/notesMaster1.xml" Id="R22a414a7ad1442fd" /></Relationships>
</file>

<file path=ppt/notesSlides/_rels/notesSlide2.xml.rels>&#65279;<?xml version="1.0" encoding="utf-8"?><Relationships xmlns="http://schemas.openxmlformats.org/package/2006/relationships"><Relationship Type="http://schemas.openxmlformats.org/officeDocument/2006/relationships/slide" Target="/ppt/slides/slide2.xml" Id="Rf72797f88533469b" /><Relationship Type="http://schemas.openxmlformats.org/officeDocument/2006/relationships/notesMaster" Target="/ppt/notesMasters/notesMaster1.xml" Id="R91f0f72a6b6842be" /></Relationships>
</file>

<file path=ppt/notesSlides/_rels/notesSlide3.xml.rels>&#65279;<?xml version="1.0" encoding="utf-8"?><Relationships xmlns="http://schemas.openxmlformats.org/package/2006/relationships"><Relationship Type="http://schemas.openxmlformats.org/officeDocument/2006/relationships/slide" Target="/ppt/slides/slide3.xml" Id="R56956693a0254a86" /><Relationship Type="http://schemas.openxmlformats.org/officeDocument/2006/relationships/notesMaster" Target="/ppt/notesMasters/notesMaster1.xml" Id="R11213fd30eba409d" /></Relationships>
</file>

<file path=ppt/notesSlides/_rels/notesSlide4.xml.rels>&#65279;<?xml version="1.0" encoding="utf-8"?><Relationships xmlns="http://schemas.openxmlformats.org/package/2006/relationships"><Relationship Type="http://schemas.openxmlformats.org/officeDocument/2006/relationships/slide" Target="/ppt/slides/slide4.xml" Id="Ra381b43bf11e4d88" /><Relationship Type="http://schemas.openxmlformats.org/officeDocument/2006/relationships/notesMaster" Target="/ppt/notesMasters/notesMaster1.xml" Id="R4524b5a3f34f4184" /></Relationships>
</file>

<file path=ppt/notesSlides/_rels/notesSlide5.xml.rels>&#65279;<?xml version="1.0" encoding="utf-8"?><Relationships xmlns="http://schemas.openxmlformats.org/package/2006/relationships"><Relationship Type="http://schemas.openxmlformats.org/officeDocument/2006/relationships/slide" Target="/ppt/slides/slide5.xml" Id="Recfad54508e2467b" /><Relationship Type="http://schemas.openxmlformats.org/officeDocument/2006/relationships/notesMaster" Target="/ppt/notesMasters/notesMaster1.xml" Id="R2cc78265a40f41bf"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adbbcdbeab9f4e02" /></Relationships>
</file>

<file path=ppt/slideLayouts/slideLayout2.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theme/theme1.xml" Id="R8226d7fd85294048" /><Relationship Type="http://schemas.openxmlformats.org/officeDocument/2006/relationships/slideLayout" Target="/ppt/slideLayouts/slideLayout2.xml" Id="R789fc95cbe254af6"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789fc95cbe254af6"/>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s/_rels/slide1.xml.rels>&#65279;<?xml version="1.0" encoding="utf-8"?><Relationships xmlns="http://schemas.openxmlformats.org/package/2006/relationships"><Relationship Type="http://schemas.openxmlformats.org/officeDocument/2006/relationships/slideLayout" Target="/ppt/slideLayouts/slideLayout2.xml" Id="Rcfc13b96ddc545c6" /><Relationship Type="http://schemas.openxmlformats.org/officeDocument/2006/relationships/notesSlide" Target="/ppt/notesSlides/notesSlide1.xml" Id="R69f435f9dd1e467a" /></Relationships>
</file>

<file path=ppt/slides/_rels/slide2.xml.rels>&#65279;<?xml version="1.0" encoding="utf-8"?><Relationships xmlns="http://schemas.openxmlformats.org/package/2006/relationships"><Relationship Type="http://schemas.openxmlformats.org/officeDocument/2006/relationships/slideLayout" Target="/ppt/slideLayouts/slideLayout2.xml" Id="R8e0cb5d778a14c76" /><Relationship Type="http://schemas.openxmlformats.org/officeDocument/2006/relationships/notesSlide" Target="/ppt/notesSlides/notesSlide2.xml" Id="R03b748cd79a54647" /></Relationships>
</file>

<file path=ppt/slides/_rels/slide3.xml.rels>&#65279;<?xml version="1.0" encoding="utf-8"?><Relationships xmlns="http://schemas.openxmlformats.org/package/2006/relationships"><Relationship Type="http://schemas.openxmlformats.org/officeDocument/2006/relationships/slideLayout" Target="/ppt/slideLayouts/slideLayout2.xml" Id="R9938fdf799614aa1" /><Relationship Type="http://schemas.openxmlformats.org/officeDocument/2006/relationships/notesSlide" Target="/ppt/notesSlides/notesSlide3.xml" Id="R7e7e3c19ac6b4837" /></Relationships>
</file>

<file path=ppt/slides/_rels/slide4.xml.rels>&#65279;<?xml version="1.0" encoding="utf-8"?><Relationships xmlns="http://schemas.openxmlformats.org/package/2006/relationships"><Relationship Type="http://schemas.openxmlformats.org/officeDocument/2006/relationships/slideLayout" Target="/ppt/slideLayouts/slideLayout2.xml" Id="R89f817496eac4e20" /><Relationship Type="http://schemas.openxmlformats.org/officeDocument/2006/relationships/notesSlide" Target="/ppt/notesSlides/notesSlide4.xml" Id="Redd76f023c4448c1" /></Relationships>
</file>

<file path=ppt/slides/_rels/slide5.xml.rels>&#65279;<?xml version="1.0" encoding="utf-8"?><Relationships xmlns="http://schemas.openxmlformats.org/package/2006/relationships"><Relationship Type="http://schemas.openxmlformats.org/officeDocument/2006/relationships/slideLayout" Target="/ppt/slideLayouts/slideLayout2.xml" Id="Rbf5ba0bdc55c4987" /><Relationship Type="http://schemas.openxmlformats.org/officeDocument/2006/relationships/notesSlide" Target="/ppt/notesSlides/notesSlide5.xml" Id="R7643c7ad3cba4432" /></Relationships>
</file>

<file path=ppt/slides/slide1.xml><?xml version="1.0" encoding="utf-8"?>
<p:sld xmlns:p="http://schemas.openxmlformats.org/presentationml/2006/main">
  <p:cSld>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06194A3D-7421-430B-A23B-FEB2F40F4717}"/>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DFCFC"/>
          </a:solidFill>
          <a:ln xmlns:a="http://schemas.openxmlformats.org/drawingml/2006/main" w="0">
            <a:solidFill>
              <a:srgbClr val="000000">
                <a:alpha val="0"/>
              </a:srgbClr>
            </a:solidFill>
            <a:prstDash val="solid"/>
          </a:ln>
        </p:spPr>
      </p:sp>
      <p:sp>
        <p:nvSpPr>
          <p:cNvPr id="2" name="">
            <a:extLst xmlns:a="http://schemas.openxmlformats.org/drawingml/2006/main">
              <a:ext uri="{FF2B5EF4-FFF2-40B4-BE49-F238E27FC236}">
                <a16:creationId xmlns:a16="http://schemas.microsoft.com/office/drawing/2014/main" id="{4DD597C7-4BAA-43F9-AC41-314A8A41B3E3}"/>
              </a:ext>
            </a:extLst>
          </p:cNvPr>
          <p:cNvSpPr>
            <a:spLocks xmlns:a="http://schemas.openxmlformats.org/drawingml/2006/main" noGrp="1"/>
          </p:cNvSpPr>
          <p:nvPr/>
        </p:nvSpPr>
        <p:spPr>
          <a:xfrm xmlns:a="http://schemas.openxmlformats.org/drawingml/2006/main">
            <a:off x="0" y="0"/>
            <a:ext cx="12192000" cy="47625"/>
          </a:xfrm>
          <a:prstGeom xmlns:a="http://schemas.openxmlformats.org/drawingml/2006/main" prst="rect">
            <a:avLst/>
          </a:prstGeom>
          <a:solidFill xmlns:a="http://schemas.openxmlformats.org/drawingml/2006/main">
            <a:srgbClr val="050505"/>
          </a:solidFill>
          <a:ln xmlns:a="http://schemas.openxmlformats.org/drawingml/2006/main" w="0">
            <a:solidFill>
              <a:srgbClr val="000000">
                <a:alpha val="0"/>
              </a:srgbClr>
            </a:solidFill>
            <a:prstDash val="solid"/>
          </a:ln>
        </p:spPr>
      </p:sp>
      <p:sp>
        <p:nvSpPr>
          <p:cNvPr id="3" name="kicker-marker">
            <a:extLst xmlns:a="http://schemas.openxmlformats.org/drawingml/2006/main">
              <a:ext uri="{FF2B5EF4-FFF2-40B4-BE49-F238E27FC236}">
                <a16:creationId xmlns:a16="http://schemas.microsoft.com/office/drawing/2014/main" id="{3848FA6E-43D2-4A87-B410-51456977E152}"/>
              </a:ext>
            </a:extLst>
          </p:cNvPr>
          <p:cNvSpPr>
            <a:spLocks xmlns:a="http://schemas.openxmlformats.org/drawingml/2006/main" noGrp="1"/>
          </p:cNvSpPr>
          <p:nvPr/>
        </p:nvSpPr>
        <p:spPr>
          <a:xfrm xmlns:a="http://schemas.openxmlformats.org/drawingml/2006/main">
            <a:off x="552450" y="514350"/>
            <a:ext cx="47625" cy="247650"/>
          </a:xfrm>
          <a:prstGeom xmlns:a="http://schemas.openxmlformats.org/drawingml/2006/main" prst="rect">
            <a:avLst/>
          </a:prstGeom>
          <a:solidFill xmlns:a="http://schemas.openxmlformats.org/drawingml/2006/main">
            <a:srgbClr val="F41A2F"/>
          </a:solidFill>
          <a:ln xmlns:a="http://schemas.openxmlformats.org/drawingml/2006/main" w="0">
            <a:solidFill>
              <a:srgbClr val="000000">
                <a:alpha val="0"/>
              </a:srgbClr>
            </a:solidFill>
            <a:prstDash val="solid"/>
          </a:ln>
        </p:spPr>
      </p:sp>
      <p:sp>
        <p:nvSpPr>
          <p:cNvPr id="4" name="kicker-label">
            <a:extLst xmlns:a="http://schemas.openxmlformats.org/drawingml/2006/main">
              <a:ext uri="{FF2B5EF4-FFF2-40B4-BE49-F238E27FC236}">
                <a16:creationId xmlns:a16="http://schemas.microsoft.com/office/drawing/2014/main" id="{A2C79D9D-BB86-4037-8E09-C04FC6CDFC7E}"/>
              </a:ext>
            </a:extLst>
          </p:cNvPr>
          <p:cNvSpPr>
            <a:spLocks xmlns:a="http://schemas.openxmlformats.org/drawingml/2006/main" noGrp="1"/>
          </p:cNvSpPr>
          <p:nvPr/>
        </p:nvSpPr>
        <p:spPr>
          <a:xfrm xmlns:a="http://schemas.openxmlformats.org/drawingml/2006/main">
            <a:off x="723900" y="485775"/>
            <a:ext cx="3714750" cy="3238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ctr"/>
          <a:lstStyle xmlns:a="http://schemas.openxmlformats.org/drawingml/2006/main"/>
          <a:p xmlns:a="http://schemas.openxmlformats.org/drawingml/2006/main">
            <a:pPr algn="l">
              <a:defRPr sz="825" b="1">
                <a:solidFill>
                  <a:srgbClr val="78716C"/>
                </a:solidFill>
                <a:latin typeface="Aptos"/>
                <a:ea typeface="Aptos"/>
                <a:cs typeface="Aptos"/>
              </a:defRPr>
            </a:pPr>
            <a:r>
              <a:rPr sz="825" b="1">
                <a:solidFill>
                  <a:srgbClr val="78716C"/>
                </a:solidFill>
                <a:latin typeface="Aptos"/>
                <a:ea typeface="Aptos"/>
                <a:cs typeface="Aptos"/>
              </a:rPr>
              <a:t>THE BLIND SPOT</a:t>
            </a:r>
          </a:p>
        </p:txBody>
      </p:sp>
      <p:sp>
        <p:nvSpPr>
          <p:cNvPr id="5" name="">
            <a:extLst xmlns:a="http://schemas.openxmlformats.org/drawingml/2006/main">
              <a:ext uri="{FF2B5EF4-FFF2-40B4-BE49-F238E27FC236}">
                <a16:creationId xmlns:a16="http://schemas.microsoft.com/office/drawing/2014/main" id="{C072DF59-B323-4A86-A52C-FAF7840E8649}"/>
              </a:ext>
            </a:extLst>
          </p:cNvPr>
          <p:cNvSpPr>
            <a:spLocks xmlns:a="http://schemas.openxmlformats.org/drawingml/2006/main" noGrp="1"/>
          </p:cNvSpPr>
          <p:nvPr/>
        </p:nvSpPr>
        <p:spPr>
          <a:xfrm xmlns:a="http://schemas.openxmlformats.org/drawingml/2006/main">
            <a:off x="552450" y="990600"/>
            <a:ext cx="5572125" cy="14287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2700" b="0">
                <a:solidFill>
                  <a:srgbClr val="050505"/>
                </a:solidFill>
                <a:latin typeface="Aptos Display"/>
                <a:ea typeface="Aptos Display"/>
                <a:cs typeface="Aptos Display"/>
              </a:defRPr>
            </a:pPr>
            <a:r>
              <a:rPr sz="2700" b="0">
                <a:solidFill>
                  <a:srgbClr val="050505"/>
                </a:solidFill>
                <a:latin typeface="Aptos Display"/>
                <a:ea typeface="Aptos Display"/>
                <a:cs typeface="Aptos Display"/>
              </a:rPr>
              <a:t>Agent sudah bisa bekerja sendiri.</a:t>
            </a:r>
          </a:p>
          <a:p xmlns:a="http://schemas.openxmlformats.org/drawingml/2006/main">
            <a:pPr algn="l">
              <a:defRPr sz="2700" b="0">
                <a:solidFill>
                  <a:srgbClr val="050505"/>
                </a:solidFill>
                <a:latin typeface="Aptos Display"/>
                <a:ea typeface="Aptos Display"/>
                <a:cs typeface="Aptos Display"/>
              </a:defRPr>
            </a:pPr>
            <a:r>
              <a:rPr sz="2700" b="0">
                <a:solidFill>
                  <a:srgbClr val="050505"/>
                </a:solidFill>
                <a:latin typeface="Aptos Display"/>
                <a:ea typeface="Aptos Display"/>
                <a:cs typeface="Aptos Display"/>
              </a:rPr>
              <a:t>Kita masih buta melihat prosesnya.</a:t>
            </a:r>
          </a:p>
        </p:txBody>
      </p:sp>
      <p:sp>
        <p:nvSpPr>
          <p:cNvPr id="6" name="">
            <a:extLst xmlns:a="http://schemas.openxmlformats.org/drawingml/2006/main">
              <a:ext uri="{FF2B5EF4-FFF2-40B4-BE49-F238E27FC236}">
                <a16:creationId xmlns:a16="http://schemas.microsoft.com/office/drawing/2014/main" id="{1B803E95-C1EA-409B-82DF-F84DEFDB956A}"/>
              </a:ext>
            </a:extLst>
          </p:cNvPr>
          <p:cNvSpPr>
            <a:spLocks xmlns:a="http://schemas.openxmlformats.org/drawingml/2006/main" noGrp="1"/>
          </p:cNvSpPr>
          <p:nvPr/>
        </p:nvSpPr>
        <p:spPr>
          <a:xfrm xmlns:a="http://schemas.openxmlformats.org/drawingml/2006/main">
            <a:off x="552450" y="2552700"/>
            <a:ext cx="5381625" cy="10287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200" b="0">
                <a:solidFill>
                  <a:srgbClr val="44403C"/>
                </a:solidFill>
                <a:latin typeface="Aptos"/>
                <a:ea typeface="Aptos"/>
                <a:cs typeface="Aptos"/>
              </a:defRPr>
            </a:pPr>
            <a:r>
              <a:rPr sz="1200" b="0">
                <a:solidFill>
                  <a:srgbClr val="44403C"/>
                </a:solidFill>
                <a:latin typeface="Aptos"/>
                <a:ea typeface="Aptos"/>
                <a:cs typeface="Aptos"/>
              </a:rPr>
              <a:t>Developer bisa memberi task ke coding agent, lalu pindah mengerjakan hal lain. Tapi saat agent gagal, retry, atau memperbaiki bug dengan patch yang makin melebar, kita sering baru sadar setelah log menumpuk dan kode sudah kotor.</a:t>
            </a:r>
          </a:p>
        </p:txBody>
      </p:sp>
      <p:sp>
        <p:nvSpPr>
          <p:cNvPr id="7" name="">
            <a:extLst xmlns:a="http://schemas.openxmlformats.org/drawingml/2006/main">
              <a:ext uri="{FF2B5EF4-FFF2-40B4-BE49-F238E27FC236}">
                <a16:creationId xmlns:a16="http://schemas.microsoft.com/office/drawing/2014/main" id="{09A5BFC3-DA89-41B2-B499-E7467E5F4A0D}"/>
              </a:ext>
            </a:extLst>
          </p:cNvPr>
          <p:cNvSpPr>
            <a:spLocks xmlns:a="http://schemas.openxmlformats.org/drawingml/2006/main" noGrp="1"/>
          </p:cNvSpPr>
          <p:nvPr/>
        </p:nvSpPr>
        <p:spPr>
          <a:xfrm xmlns:a="http://schemas.openxmlformats.org/drawingml/2006/main">
            <a:off x="552450" y="4057650"/>
            <a:ext cx="5334000" cy="5905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650" b="0">
                <a:solidFill>
                  <a:srgbClr val="050505"/>
                </a:solidFill>
                <a:latin typeface="Aptos Display"/>
                <a:ea typeface="Aptos Display"/>
                <a:cs typeface="Aptos Display"/>
              </a:defRPr>
            </a:pPr>
            <a:r>
              <a:rPr sz="1650" b="0">
                <a:solidFill>
                  <a:srgbClr val="050505"/>
                </a:solidFill>
                <a:latin typeface="Aptos Display"/>
                <a:ea typeface="Aptos Display"/>
                <a:cs typeface="Aptos Display"/>
              </a:rPr>
              <a:t>Masalahnya bukan cuma agent bisa salah. Masalahnya kita tidak tahu kapan kesalahannya mulai membesar.</a:t>
            </a:r>
          </a:p>
        </p:txBody>
      </p:sp>
      <p:sp>
        <p:nvSpPr>
          <p:cNvPr id="8" name="">
            <a:extLst xmlns:a="http://schemas.openxmlformats.org/drawingml/2006/main">
              <a:ext uri="{FF2B5EF4-FFF2-40B4-BE49-F238E27FC236}">
                <a16:creationId xmlns:a16="http://schemas.microsoft.com/office/drawing/2014/main" id="{B05DDC60-EDBE-47B1-89AC-9E553468D6FC}"/>
              </a:ext>
            </a:extLst>
          </p:cNvPr>
          <p:cNvSpPr>
            <a:spLocks xmlns:a="http://schemas.openxmlformats.org/drawingml/2006/main" noGrp="1"/>
          </p:cNvSpPr>
          <p:nvPr/>
        </p:nvSpPr>
        <p:spPr>
          <a:xfrm xmlns:a="http://schemas.openxmlformats.org/drawingml/2006/main">
            <a:off x="6419850" y="819150"/>
            <a:ext cx="2381250" cy="4333875"/>
          </a:xfrm>
          <a:prstGeom xmlns:a="http://schemas.openxmlformats.org/drawingml/2006/main" prst="roundRect">
            <a:avLst>
              <a:gd name="adj" fmla="val 3200"/>
            </a:avLst>
          </a:prstGeom>
          <a:solidFill xmlns:a="http://schemas.openxmlformats.org/drawingml/2006/main">
            <a:srgbClr val="F5F3F1"/>
          </a:solidFill>
          <a:ln xmlns:a="http://schemas.openxmlformats.org/drawingml/2006/main" w="9525">
            <a:solidFill>
              <a:srgbClr val="E0DFDD"/>
            </a:solidFill>
            <a:prstDash val="solid"/>
          </a:ln>
        </p:spPr>
      </p:sp>
      <p:sp>
        <p:nvSpPr>
          <p:cNvPr id="9" name="">
            <a:extLst xmlns:a="http://schemas.openxmlformats.org/drawingml/2006/main">
              <a:ext uri="{FF2B5EF4-FFF2-40B4-BE49-F238E27FC236}">
                <a16:creationId xmlns:a16="http://schemas.microsoft.com/office/drawing/2014/main" id="{671D2D4F-7E89-44E1-9858-BE54B82BB8BD}"/>
              </a:ext>
            </a:extLst>
          </p:cNvPr>
          <p:cNvSpPr>
            <a:spLocks xmlns:a="http://schemas.openxmlformats.org/drawingml/2006/main" noGrp="1"/>
          </p:cNvSpPr>
          <p:nvPr/>
        </p:nvSpPr>
        <p:spPr>
          <a:xfrm xmlns:a="http://schemas.openxmlformats.org/drawingml/2006/main">
            <a:off x="6648450" y="1066800"/>
            <a:ext cx="85725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750" b="1">
                <a:solidFill>
                  <a:srgbClr val="78716C"/>
                </a:solidFill>
                <a:latin typeface="Aptos"/>
                <a:ea typeface="Aptos"/>
                <a:cs typeface="Aptos"/>
              </a:defRPr>
            </a:pPr>
            <a:r>
              <a:rPr sz="750" b="1">
                <a:solidFill>
                  <a:srgbClr val="78716C"/>
                </a:solidFill>
                <a:latin typeface="Aptos"/>
                <a:ea typeface="Aptos"/>
                <a:cs typeface="Aptos"/>
              </a:rPr>
              <a:t>BEFORE</a:t>
            </a:r>
          </a:p>
        </p:txBody>
      </p:sp>
      <p:sp>
        <p:nvSpPr>
          <p:cNvPr id="10" name="">
            <a:extLst xmlns:a="http://schemas.openxmlformats.org/drawingml/2006/main">
              <a:ext uri="{FF2B5EF4-FFF2-40B4-BE49-F238E27FC236}">
                <a16:creationId xmlns:a16="http://schemas.microsoft.com/office/drawing/2014/main" id="{D1C01A0F-7AC2-4AF9-A46A-E1E2DEA03FD7}"/>
              </a:ext>
            </a:extLst>
          </p:cNvPr>
          <p:cNvSpPr>
            <a:spLocks xmlns:a="http://schemas.openxmlformats.org/drawingml/2006/main" noGrp="1"/>
          </p:cNvSpPr>
          <p:nvPr/>
        </p:nvSpPr>
        <p:spPr>
          <a:xfrm xmlns:a="http://schemas.openxmlformats.org/drawingml/2006/main">
            <a:off x="6648450" y="1390650"/>
            <a:ext cx="1924050" cy="3162300"/>
          </a:xfrm>
          <a:prstGeom xmlns:a="http://schemas.openxmlformats.org/drawingml/2006/main" prst="roundRect">
            <a:avLst>
              <a:gd name="adj" fmla="val 3960"/>
            </a:avLst>
          </a:prstGeom>
          <a:solidFill xmlns:a="http://schemas.openxmlformats.org/drawingml/2006/main">
            <a:srgbClr val="111111"/>
          </a:solidFill>
          <a:ln xmlns:a="http://schemas.openxmlformats.org/drawingml/2006/main" w="0">
            <a:solidFill>
              <a:srgbClr val="000000">
                <a:alpha val="0"/>
              </a:srgbClr>
            </a:solidFill>
            <a:prstDash val="solid"/>
          </a:ln>
        </p:spPr>
      </p:sp>
      <p:sp>
        <p:nvSpPr>
          <p:cNvPr id="11" name="">
            <a:extLst xmlns:a="http://schemas.openxmlformats.org/drawingml/2006/main">
              <a:ext uri="{FF2B5EF4-FFF2-40B4-BE49-F238E27FC236}">
                <a16:creationId xmlns:a16="http://schemas.microsoft.com/office/drawing/2014/main" id="{DB92E52D-9EE1-4F5F-A1B0-0F0EE7577A08}"/>
              </a:ext>
            </a:extLst>
          </p:cNvPr>
          <p:cNvSpPr>
            <a:spLocks xmlns:a="http://schemas.openxmlformats.org/drawingml/2006/main" noGrp="1"/>
          </p:cNvSpPr>
          <p:nvPr/>
        </p:nvSpPr>
        <p:spPr>
          <a:xfrm xmlns:a="http://schemas.openxmlformats.org/drawingml/2006/main">
            <a:off x="6819900" y="1581150"/>
            <a:ext cx="1600200" cy="1524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615" b="0">
                <a:solidFill>
                  <a:srgbClr val="D4D4D4"/>
                </a:solidFill>
                <a:latin typeface="Aptos Mono"/>
                <a:ea typeface="Aptos Mono"/>
                <a:cs typeface="Aptos Mono"/>
              </a:defRPr>
            </a:pPr>
            <a:r>
              <a:rPr sz="615" b="0">
                <a:solidFill>
                  <a:srgbClr val="D4D4D4"/>
                </a:solidFill>
                <a:latin typeface="Aptos Mono"/>
                <a:ea typeface="Aptos Mono"/>
                <a:cs typeface="Aptos Mono"/>
              </a:rPr>
              <a:t>$ bun test auth</a:t>
            </a:r>
          </a:p>
        </p:txBody>
      </p:sp>
      <p:sp>
        <p:nvSpPr>
          <p:cNvPr id="12" name="">
            <a:extLst xmlns:a="http://schemas.openxmlformats.org/drawingml/2006/main">
              <a:ext uri="{FF2B5EF4-FFF2-40B4-BE49-F238E27FC236}">
                <a16:creationId xmlns:a16="http://schemas.microsoft.com/office/drawing/2014/main" id="{78AE524C-24DE-4009-ACA4-547ED3C46F21}"/>
              </a:ext>
            </a:extLst>
          </p:cNvPr>
          <p:cNvSpPr>
            <a:spLocks xmlns:a="http://schemas.openxmlformats.org/drawingml/2006/main" noGrp="1"/>
          </p:cNvSpPr>
          <p:nvPr/>
        </p:nvSpPr>
        <p:spPr>
          <a:xfrm xmlns:a="http://schemas.openxmlformats.org/drawingml/2006/main">
            <a:off x="6819900" y="1790700"/>
            <a:ext cx="1600200" cy="1524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615" b="0">
                <a:solidFill>
                  <a:srgbClr val="D4D4D4"/>
                </a:solidFill>
                <a:latin typeface="Aptos Mono"/>
                <a:ea typeface="Aptos Mono"/>
                <a:cs typeface="Aptos Mono"/>
              </a:defRPr>
            </a:pPr>
            <a:r>
              <a:rPr sz="615" b="0">
                <a:solidFill>
                  <a:srgbClr val="D4D4D4"/>
                </a:solidFill>
                <a:latin typeface="Aptos Mono"/>
                <a:ea typeface="Aptos Mono"/>
                <a:cs typeface="Aptos Mono"/>
              </a:rPr>
              <a:t>FAIL refresh-token.test.ts</a:t>
            </a:r>
          </a:p>
        </p:txBody>
      </p:sp>
      <p:sp>
        <p:nvSpPr>
          <p:cNvPr id="13" name="">
            <a:extLst xmlns:a="http://schemas.openxmlformats.org/drawingml/2006/main">
              <a:ext uri="{FF2B5EF4-FFF2-40B4-BE49-F238E27FC236}">
                <a16:creationId xmlns:a16="http://schemas.microsoft.com/office/drawing/2014/main" id="{8B3D1F91-63B1-47EC-B363-1915E0630FFD}"/>
              </a:ext>
            </a:extLst>
          </p:cNvPr>
          <p:cNvSpPr>
            <a:spLocks xmlns:a="http://schemas.openxmlformats.org/drawingml/2006/main" noGrp="1"/>
          </p:cNvSpPr>
          <p:nvPr/>
        </p:nvSpPr>
        <p:spPr>
          <a:xfrm xmlns:a="http://schemas.openxmlformats.org/drawingml/2006/main">
            <a:off x="6819900" y="2000250"/>
            <a:ext cx="1600200" cy="1524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615" b="0">
                <a:solidFill>
                  <a:srgbClr val="FCA5A5"/>
                </a:solidFill>
                <a:latin typeface="Aptos Mono"/>
                <a:ea typeface="Aptos Mono"/>
                <a:cs typeface="Aptos Mono"/>
              </a:defRPr>
            </a:pPr>
            <a:r>
              <a:rPr sz="615" b="0">
                <a:solidFill>
                  <a:srgbClr val="FCA5A5"/>
                </a:solidFill>
                <a:latin typeface="Aptos Mono"/>
                <a:ea typeface="Aptos Mono"/>
                <a:cs typeface="Aptos Mono"/>
              </a:rPr>
              <a:t>Expected 200 got 401</a:t>
            </a:r>
          </a:p>
        </p:txBody>
      </p:sp>
      <p:sp>
        <p:nvSpPr>
          <p:cNvPr id="14" name="">
            <a:extLst xmlns:a="http://schemas.openxmlformats.org/drawingml/2006/main">
              <a:ext uri="{FF2B5EF4-FFF2-40B4-BE49-F238E27FC236}">
                <a16:creationId xmlns:a16="http://schemas.microsoft.com/office/drawing/2014/main" id="{A826EF57-3601-489C-9289-847CAEEA179F}"/>
              </a:ext>
            </a:extLst>
          </p:cNvPr>
          <p:cNvSpPr>
            <a:spLocks xmlns:a="http://schemas.openxmlformats.org/drawingml/2006/main" noGrp="1"/>
          </p:cNvSpPr>
          <p:nvPr/>
        </p:nvSpPr>
        <p:spPr>
          <a:xfrm xmlns:a="http://schemas.openxmlformats.org/drawingml/2006/main">
            <a:off x="6819900" y="2209800"/>
            <a:ext cx="1600200" cy="1524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615" b="0">
                <a:solidFill>
                  <a:srgbClr val="D4D4D4"/>
                </a:solidFill>
                <a:latin typeface="Aptos Mono"/>
                <a:ea typeface="Aptos Mono"/>
                <a:cs typeface="Aptos Mono"/>
              </a:defRPr>
            </a:pPr>
            <a:r>
              <a:rPr sz="615" b="0">
                <a:solidFill>
                  <a:srgbClr val="D4D4D4"/>
                </a:solidFill>
                <a:latin typeface="Aptos Mono"/>
                <a:ea typeface="Aptos Mono"/>
                <a:cs typeface="Aptos Mono"/>
              </a:rPr>
              <a:t>$ edit auth.ts</a:t>
            </a:r>
          </a:p>
        </p:txBody>
      </p:sp>
      <p:sp>
        <p:nvSpPr>
          <p:cNvPr id="15" name="">
            <a:extLst xmlns:a="http://schemas.openxmlformats.org/drawingml/2006/main">
              <a:ext uri="{FF2B5EF4-FFF2-40B4-BE49-F238E27FC236}">
                <a16:creationId xmlns:a16="http://schemas.microsoft.com/office/drawing/2014/main" id="{B8AE8214-40F7-4C7B-92C8-8D2F56ABF6B7}"/>
              </a:ext>
            </a:extLst>
          </p:cNvPr>
          <p:cNvSpPr>
            <a:spLocks xmlns:a="http://schemas.openxmlformats.org/drawingml/2006/main" noGrp="1"/>
          </p:cNvSpPr>
          <p:nvPr/>
        </p:nvSpPr>
        <p:spPr>
          <a:xfrm xmlns:a="http://schemas.openxmlformats.org/drawingml/2006/main">
            <a:off x="6819900" y="2419350"/>
            <a:ext cx="1600200" cy="1524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615" b="0">
                <a:solidFill>
                  <a:srgbClr val="D4D4D4"/>
                </a:solidFill>
                <a:latin typeface="Aptos Mono"/>
                <a:ea typeface="Aptos Mono"/>
                <a:cs typeface="Aptos Mono"/>
              </a:defRPr>
            </a:pPr>
            <a:r>
              <a:rPr sz="615" b="0">
                <a:solidFill>
                  <a:srgbClr val="D4D4D4"/>
                </a:solidFill>
                <a:latin typeface="Aptos Mono"/>
                <a:ea typeface="Aptos Mono"/>
                <a:cs typeface="Aptos Mono"/>
              </a:rPr>
              <a:t>$ bun test auth</a:t>
            </a:r>
          </a:p>
        </p:txBody>
      </p:sp>
      <p:sp>
        <p:nvSpPr>
          <p:cNvPr id="16" name="">
            <a:extLst xmlns:a="http://schemas.openxmlformats.org/drawingml/2006/main">
              <a:ext uri="{FF2B5EF4-FFF2-40B4-BE49-F238E27FC236}">
                <a16:creationId xmlns:a16="http://schemas.microsoft.com/office/drawing/2014/main" id="{7D4A7630-107F-49D9-8738-2B2C7F2D246D}"/>
              </a:ext>
            </a:extLst>
          </p:cNvPr>
          <p:cNvSpPr>
            <a:spLocks xmlns:a="http://schemas.openxmlformats.org/drawingml/2006/main" noGrp="1"/>
          </p:cNvSpPr>
          <p:nvPr/>
        </p:nvSpPr>
        <p:spPr>
          <a:xfrm xmlns:a="http://schemas.openxmlformats.org/drawingml/2006/main">
            <a:off x="6819900" y="2628900"/>
            <a:ext cx="1600200" cy="1524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615" b="0">
                <a:solidFill>
                  <a:srgbClr val="FCA5A5"/>
                </a:solidFill>
                <a:latin typeface="Aptos Mono"/>
                <a:ea typeface="Aptos Mono"/>
                <a:cs typeface="Aptos Mono"/>
              </a:defRPr>
            </a:pPr>
            <a:r>
              <a:rPr sz="615" b="0">
                <a:solidFill>
                  <a:srgbClr val="FCA5A5"/>
                </a:solidFill>
                <a:latin typeface="Aptos Mono"/>
                <a:ea typeface="Aptos Mono"/>
                <a:cs typeface="Aptos Mono"/>
              </a:rPr>
              <a:t>FAIL same assertion</a:t>
            </a:r>
          </a:p>
        </p:txBody>
      </p:sp>
      <p:sp>
        <p:nvSpPr>
          <p:cNvPr id="17" name="">
            <a:extLst xmlns:a="http://schemas.openxmlformats.org/drawingml/2006/main">
              <a:ext uri="{FF2B5EF4-FFF2-40B4-BE49-F238E27FC236}">
                <a16:creationId xmlns:a16="http://schemas.microsoft.com/office/drawing/2014/main" id="{4403E3C6-0322-4021-B55D-0D8A2D2B9FE5}"/>
              </a:ext>
            </a:extLst>
          </p:cNvPr>
          <p:cNvSpPr>
            <a:spLocks xmlns:a="http://schemas.openxmlformats.org/drawingml/2006/main" noGrp="1"/>
          </p:cNvSpPr>
          <p:nvPr/>
        </p:nvSpPr>
        <p:spPr>
          <a:xfrm xmlns:a="http://schemas.openxmlformats.org/drawingml/2006/main">
            <a:off x="6819900" y="2838450"/>
            <a:ext cx="1600200" cy="1524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615" b="0">
                <a:solidFill>
                  <a:srgbClr val="D4D4D4"/>
                </a:solidFill>
                <a:latin typeface="Aptos Mono"/>
                <a:ea typeface="Aptos Mono"/>
                <a:cs typeface="Aptos Mono"/>
              </a:defRPr>
            </a:pPr>
            <a:r>
              <a:rPr sz="615" b="0">
                <a:solidFill>
                  <a:srgbClr val="D4D4D4"/>
                </a:solidFill>
                <a:latin typeface="Aptos Mono"/>
                <a:ea typeface="Aptos Mono"/>
                <a:cs typeface="Aptos Mono"/>
              </a:rPr>
              <a:t>$ npm add jose</a:t>
            </a:r>
          </a:p>
        </p:txBody>
      </p:sp>
      <p:sp>
        <p:nvSpPr>
          <p:cNvPr id="18" name="">
            <a:extLst xmlns:a="http://schemas.openxmlformats.org/drawingml/2006/main">
              <a:ext uri="{FF2B5EF4-FFF2-40B4-BE49-F238E27FC236}">
                <a16:creationId xmlns:a16="http://schemas.microsoft.com/office/drawing/2014/main" id="{4E293B2C-538D-45AF-94B2-ADA79972C2FD}"/>
              </a:ext>
            </a:extLst>
          </p:cNvPr>
          <p:cNvSpPr>
            <a:spLocks xmlns:a="http://schemas.openxmlformats.org/drawingml/2006/main" noGrp="1"/>
          </p:cNvSpPr>
          <p:nvPr/>
        </p:nvSpPr>
        <p:spPr>
          <a:xfrm xmlns:a="http://schemas.openxmlformats.org/drawingml/2006/main">
            <a:off x="6819900" y="3048000"/>
            <a:ext cx="1600200" cy="1524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615" b="0">
                <a:solidFill>
                  <a:srgbClr val="D4D4D4"/>
                </a:solidFill>
                <a:latin typeface="Aptos Mono"/>
                <a:ea typeface="Aptos Mono"/>
                <a:cs typeface="Aptos Mono"/>
              </a:defRPr>
            </a:pPr>
            <a:r>
              <a:rPr sz="615" b="0">
                <a:solidFill>
                  <a:srgbClr val="D4D4D4"/>
                </a:solidFill>
                <a:latin typeface="Aptos Mono"/>
                <a:ea typeface="Aptos Mono"/>
                <a:cs typeface="Aptos Mono"/>
              </a:rPr>
              <a:t>$ edit middleware.ts</a:t>
            </a:r>
          </a:p>
        </p:txBody>
      </p:sp>
      <p:sp>
        <p:nvSpPr>
          <p:cNvPr id="19" name="">
            <a:extLst xmlns:a="http://schemas.openxmlformats.org/drawingml/2006/main">
              <a:ext uri="{FF2B5EF4-FFF2-40B4-BE49-F238E27FC236}">
                <a16:creationId xmlns:a16="http://schemas.microsoft.com/office/drawing/2014/main" id="{931D7E22-7EFD-443E-9A95-09A580D03BCE}"/>
              </a:ext>
            </a:extLst>
          </p:cNvPr>
          <p:cNvSpPr>
            <a:spLocks xmlns:a="http://schemas.openxmlformats.org/drawingml/2006/main" noGrp="1"/>
          </p:cNvSpPr>
          <p:nvPr/>
        </p:nvSpPr>
        <p:spPr>
          <a:xfrm xmlns:a="http://schemas.openxmlformats.org/drawingml/2006/main">
            <a:off x="6819900" y="3257550"/>
            <a:ext cx="1600200" cy="1524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615" b="0">
                <a:solidFill>
                  <a:srgbClr val="FCA5A5"/>
                </a:solidFill>
                <a:latin typeface="Aptos Mono"/>
                <a:ea typeface="Aptos Mono"/>
                <a:cs typeface="Aptos Mono"/>
              </a:defRPr>
            </a:pPr>
            <a:r>
              <a:rPr sz="615" b="0">
                <a:solidFill>
                  <a:srgbClr val="FCA5A5"/>
                </a:solidFill>
                <a:latin typeface="Aptos Mono"/>
                <a:ea typeface="Aptos Mono"/>
                <a:cs typeface="Aptos Mono"/>
              </a:rPr>
              <a:t>$ bun test auth</a:t>
            </a:r>
          </a:p>
        </p:txBody>
      </p:sp>
      <p:sp>
        <p:nvSpPr>
          <p:cNvPr id="20" name="">
            <a:extLst xmlns:a="http://schemas.openxmlformats.org/drawingml/2006/main">
              <a:ext uri="{FF2B5EF4-FFF2-40B4-BE49-F238E27FC236}">
                <a16:creationId xmlns:a16="http://schemas.microsoft.com/office/drawing/2014/main" id="{ABA80630-8C5C-4D94-B64E-DC3D6D0E3EC4}"/>
              </a:ext>
            </a:extLst>
          </p:cNvPr>
          <p:cNvSpPr>
            <a:spLocks xmlns:a="http://schemas.openxmlformats.org/drawingml/2006/main" noGrp="1"/>
          </p:cNvSpPr>
          <p:nvPr/>
        </p:nvSpPr>
        <p:spPr>
          <a:xfrm xmlns:a="http://schemas.openxmlformats.org/drawingml/2006/main">
            <a:off x="6819900" y="3467100"/>
            <a:ext cx="1600200" cy="1524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615" b="0">
                <a:solidFill>
                  <a:srgbClr val="D4D4D4"/>
                </a:solidFill>
                <a:latin typeface="Aptos Mono"/>
                <a:ea typeface="Aptos Mono"/>
                <a:cs typeface="Aptos Mono"/>
              </a:defRPr>
            </a:pPr>
            <a:r>
              <a:rPr sz="615" b="0">
                <a:solidFill>
                  <a:srgbClr val="D4D4D4"/>
                </a:solidFill>
                <a:latin typeface="Aptos Mono"/>
                <a:ea typeface="Aptos Mono"/>
                <a:cs typeface="Aptos Mono"/>
              </a:rPr>
              <a:t>FAIL same assertion</a:t>
            </a:r>
          </a:p>
        </p:txBody>
      </p:sp>
      <p:sp>
        <p:nvSpPr>
          <p:cNvPr id="21" name="">
            <a:extLst xmlns:a="http://schemas.openxmlformats.org/drawingml/2006/main">
              <a:ext uri="{FF2B5EF4-FFF2-40B4-BE49-F238E27FC236}">
                <a16:creationId xmlns:a16="http://schemas.microsoft.com/office/drawing/2014/main" id="{C73B4FBA-A34E-4FA4-82AB-BFF8E24117D5}"/>
              </a:ext>
            </a:extLst>
          </p:cNvPr>
          <p:cNvSpPr>
            <a:spLocks xmlns:a="http://schemas.openxmlformats.org/drawingml/2006/main" noGrp="1"/>
          </p:cNvSpPr>
          <p:nvPr/>
        </p:nvSpPr>
        <p:spPr>
          <a:xfrm xmlns:a="http://schemas.openxmlformats.org/drawingml/2006/main">
            <a:off x="6819900" y="3676650"/>
            <a:ext cx="1600200" cy="1524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615" b="0">
                <a:solidFill>
                  <a:srgbClr val="D4D4D4"/>
                </a:solidFill>
                <a:latin typeface="Aptos Mono"/>
                <a:ea typeface="Aptos Mono"/>
                <a:cs typeface="Aptos Mono"/>
              </a:defRPr>
            </a:pPr>
            <a:r>
              <a:rPr sz="615" b="0">
                <a:solidFill>
                  <a:srgbClr val="D4D4D4"/>
                </a:solidFill>
                <a:latin typeface="Aptos Mono"/>
                <a:ea typeface="Aptos Mono"/>
                <a:cs typeface="Aptos Mono"/>
              </a:rPr>
              <a:t>$ edit auth.ts again</a:t>
            </a:r>
          </a:p>
        </p:txBody>
      </p:sp>
      <p:sp>
        <p:nvSpPr>
          <p:cNvPr id="22" name="">
            <a:extLst xmlns:a="http://schemas.openxmlformats.org/drawingml/2006/main">
              <a:ext uri="{FF2B5EF4-FFF2-40B4-BE49-F238E27FC236}">
                <a16:creationId xmlns:a16="http://schemas.microsoft.com/office/drawing/2014/main" id="{5E408A9C-4058-410D-9F81-3526F9AF4862}"/>
              </a:ext>
            </a:extLst>
          </p:cNvPr>
          <p:cNvSpPr>
            <a:spLocks xmlns:a="http://schemas.openxmlformats.org/drawingml/2006/main" noGrp="1"/>
          </p:cNvSpPr>
          <p:nvPr/>
        </p:nvSpPr>
        <p:spPr>
          <a:xfrm xmlns:a="http://schemas.openxmlformats.org/drawingml/2006/main">
            <a:off x="6819900" y="3886200"/>
            <a:ext cx="1600200" cy="1524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615" b="0">
                <a:solidFill>
                  <a:srgbClr val="FCA5A5"/>
                </a:solidFill>
                <a:latin typeface="Aptos Mono"/>
                <a:ea typeface="Aptos Mono"/>
                <a:cs typeface="Aptos Mono"/>
              </a:defRPr>
            </a:pPr>
            <a:r>
              <a:rPr sz="615" b="0">
                <a:solidFill>
                  <a:srgbClr val="FCA5A5"/>
                </a:solidFill>
                <a:latin typeface="Aptos Mono"/>
                <a:ea typeface="Aptos Mono"/>
                <a:cs typeface="Aptos Mono"/>
              </a:rPr>
              <a:t>$ git diff --stat</a:t>
            </a:r>
          </a:p>
        </p:txBody>
      </p:sp>
      <p:sp>
        <p:nvSpPr>
          <p:cNvPr id="23" name="">
            <a:extLst xmlns:a="http://schemas.openxmlformats.org/drawingml/2006/main">
              <a:ext uri="{FF2B5EF4-FFF2-40B4-BE49-F238E27FC236}">
                <a16:creationId xmlns:a16="http://schemas.microsoft.com/office/drawing/2014/main" id="{6CA6D4C0-96E8-467F-B228-8B3FEA839B6E}"/>
              </a:ext>
            </a:extLst>
          </p:cNvPr>
          <p:cNvSpPr>
            <a:spLocks xmlns:a="http://schemas.openxmlformats.org/drawingml/2006/main" noGrp="1"/>
          </p:cNvSpPr>
          <p:nvPr/>
        </p:nvSpPr>
        <p:spPr>
          <a:xfrm xmlns:a="http://schemas.openxmlformats.org/drawingml/2006/main">
            <a:off x="6819900" y="4095750"/>
            <a:ext cx="1600200" cy="1524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615" b="0">
                <a:solidFill>
                  <a:srgbClr val="D4D4D4"/>
                </a:solidFill>
                <a:latin typeface="Aptos Mono"/>
                <a:ea typeface="Aptos Mono"/>
                <a:cs typeface="Aptos Mono"/>
              </a:defRPr>
            </a:pPr>
            <a:r>
              <a:rPr sz="615" b="0">
                <a:solidFill>
                  <a:srgbClr val="D4D4D4"/>
                </a:solidFill>
                <a:latin typeface="Aptos Mono"/>
                <a:ea typeface="Aptos Mono"/>
                <a:cs typeface="Aptos Mono"/>
              </a:rPr>
              <a:t>8 files changed, 412 lines</a:t>
            </a:r>
          </a:p>
        </p:txBody>
      </p:sp>
      <p:sp>
        <p:nvSpPr>
          <p:cNvPr id="24" name="">
            <a:extLst xmlns:a="http://schemas.openxmlformats.org/drawingml/2006/main">
              <a:ext uri="{FF2B5EF4-FFF2-40B4-BE49-F238E27FC236}">
                <a16:creationId xmlns:a16="http://schemas.microsoft.com/office/drawing/2014/main" id="{8D2941E2-E4A7-4B2E-A4DB-AC5694D429EB}"/>
              </a:ext>
            </a:extLst>
          </p:cNvPr>
          <p:cNvSpPr>
            <a:spLocks xmlns:a="http://schemas.openxmlformats.org/drawingml/2006/main" noGrp="1"/>
          </p:cNvSpPr>
          <p:nvPr/>
        </p:nvSpPr>
        <p:spPr>
          <a:xfrm xmlns:a="http://schemas.openxmlformats.org/drawingml/2006/main">
            <a:off x="6858000" y="4705350"/>
            <a:ext cx="1485900" cy="285750"/>
          </a:xfrm>
          <a:prstGeom xmlns:a="http://schemas.openxmlformats.org/drawingml/2006/main" prst="roundRect">
            <a:avLst>
              <a:gd name="adj" fmla="val 26667"/>
            </a:avLst>
          </a:prstGeom>
          <a:solidFill xmlns:a="http://schemas.openxmlformats.org/drawingml/2006/main">
            <a:srgbClr val="DC2626"/>
          </a:solidFill>
          <a:ln xmlns:a="http://schemas.openxmlformats.org/drawingml/2006/main" w="0">
            <a:solidFill>
              <a:srgbClr val="000000">
                <a:alpha val="0"/>
              </a:srgbClr>
            </a:solidFill>
            <a:prstDash val="solid"/>
          </a:ln>
        </p:spPr>
      </p:sp>
      <p:sp>
        <p:nvSpPr>
          <p:cNvPr id="25" name="">
            <a:extLst xmlns:a="http://schemas.openxmlformats.org/drawingml/2006/main">
              <a:ext uri="{FF2B5EF4-FFF2-40B4-BE49-F238E27FC236}">
                <a16:creationId xmlns:a16="http://schemas.microsoft.com/office/drawing/2014/main" id="{D60E3DEF-B898-4537-9546-B6CE4D3FAE95}"/>
              </a:ext>
            </a:extLst>
          </p:cNvPr>
          <p:cNvSpPr>
            <a:spLocks xmlns:a="http://schemas.openxmlformats.org/drawingml/2006/main" noGrp="1"/>
          </p:cNvSpPr>
          <p:nvPr/>
        </p:nvSpPr>
        <p:spPr>
          <a:xfrm xmlns:a="http://schemas.openxmlformats.org/drawingml/2006/main">
            <a:off x="7010400" y="4781550"/>
            <a:ext cx="1181100" cy="1143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675" b="1">
                <a:solidFill>
                  <a:srgbClr val="FFFFFF"/>
                </a:solidFill>
                <a:latin typeface="Aptos"/>
                <a:ea typeface="Aptos"/>
                <a:cs typeface="Aptos"/>
              </a:defRPr>
            </a:pPr>
            <a:r>
              <a:rPr sz="675" b="1">
                <a:solidFill>
                  <a:srgbClr val="FFFFFF"/>
                </a:solidFill>
                <a:latin typeface="Aptos"/>
                <a:ea typeface="Aptos"/>
                <a:cs typeface="Aptos"/>
              </a:rPr>
              <a:t>patch melebar</a:t>
            </a:r>
          </a:p>
        </p:txBody>
      </p:sp>
      <p:sp>
        <p:nvSpPr>
          <p:cNvPr id="26" name="">
            <a:extLst xmlns:a="http://schemas.openxmlformats.org/drawingml/2006/main">
              <a:ext uri="{FF2B5EF4-FFF2-40B4-BE49-F238E27FC236}">
                <a16:creationId xmlns:a16="http://schemas.microsoft.com/office/drawing/2014/main" id="{BBEED642-DA57-46C5-B8A4-3615A8D1D721}"/>
              </a:ext>
            </a:extLst>
          </p:cNvPr>
          <p:cNvSpPr>
            <a:spLocks xmlns:a="http://schemas.openxmlformats.org/drawingml/2006/main" noGrp="1"/>
          </p:cNvSpPr>
          <p:nvPr/>
        </p:nvSpPr>
        <p:spPr>
          <a:xfrm xmlns:a="http://schemas.openxmlformats.org/drawingml/2006/main">
            <a:off x="9029700" y="819150"/>
            <a:ext cx="2609850" cy="4333875"/>
          </a:xfrm>
          <a:prstGeom xmlns:a="http://schemas.openxmlformats.org/drawingml/2006/main" prst="roundRect">
            <a:avLst>
              <a:gd name="adj" fmla="val 2920"/>
            </a:avLst>
          </a:prstGeom>
          <a:solidFill xmlns:a="http://schemas.openxmlformats.org/drawingml/2006/main">
            <a:srgbClr val="050505"/>
          </a:solidFill>
          <a:ln xmlns:a="http://schemas.openxmlformats.org/drawingml/2006/main" w="9525">
            <a:solidFill>
              <a:srgbClr val="111111"/>
            </a:solidFill>
            <a:prstDash val="solid"/>
          </a:ln>
        </p:spPr>
      </p:sp>
      <p:sp>
        <p:nvSpPr>
          <p:cNvPr id="27" name="">
            <a:extLst xmlns:a="http://schemas.openxmlformats.org/drawingml/2006/main">
              <a:ext uri="{FF2B5EF4-FFF2-40B4-BE49-F238E27FC236}">
                <a16:creationId xmlns:a16="http://schemas.microsoft.com/office/drawing/2014/main" id="{A7FACC4B-B6BD-4956-B27E-55BE025BC943}"/>
              </a:ext>
            </a:extLst>
          </p:cNvPr>
          <p:cNvSpPr>
            <a:spLocks xmlns:a="http://schemas.openxmlformats.org/drawingml/2006/main" noGrp="1"/>
          </p:cNvSpPr>
          <p:nvPr/>
        </p:nvSpPr>
        <p:spPr>
          <a:xfrm xmlns:a="http://schemas.openxmlformats.org/drawingml/2006/main">
            <a:off x="9201150" y="990600"/>
            <a:ext cx="76200" cy="76200"/>
          </a:xfrm>
          <a:prstGeom xmlns:a="http://schemas.openxmlformats.org/drawingml/2006/main" prst="ellipse">
            <a:avLst/>
          </a:prstGeom>
          <a:solidFill xmlns:a="http://schemas.openxmlformats.org/drawingml/2006/main">
            <a:srgbClr val="F41A2F"/>
          </a:solidFill>
          <a:ln xmlns:a="http://schemas.openxmlformats.org/drawingml/2006/main" w="0">
            <a:solidFill>
              <a:srgbClr val="000000">
                <a:alpha val="0"/>
              </a:srgbClr>
            </a:solidFill>
            <a:prstDash val="solid"/>
          </a:ln>
        </p:spPr>
      </p:sp>
      <p:sp>
        <p:nvSpPr>
          <p:cNvPr id="28" name="">
            <a:extLst xmlns:a="http://schemas.openxmlformats.org/drawingml/2006/main">
              <a:ext uri="{FF2B5EF4-FFF2-40B4-BE49-F238E27FC236}">
                <a16:creationId xmlns:a16="http://schemas.microsoft.com/office/drawing/2014/main" id="{31909BB6-DF4A-41E1-A3C0-C7C05603D0A8}"/>
              </a:ext>
            </a:extLst>
          </p:cNvPr>
          <p:cNvSpPr>
            <a:spLocks xmlns:a="http://schemas.openxmlformats.org/drawingml/2006/main" noGrp="1"/>
          </p:cNvSpPr>
          <p:nvPr/>
        </p:nvSpPr>
        <p:spPr>
          <a:xfrm xmlns:a="http://schemas.openxmlformats.org/drawingml/2006/main">
            <a:off x="9353550" y="990600"/>
            <a:ext cx="76200" cy="76200"/>
          </a:xfrm>
          <a:prstGeom xmlns:a="http://schemas.openxmlformats.org/drawingml/2006/main" prst="ellipse">
            <a:avLst/>
          </a:prstGeom>
          <a:solidFill xmlns:a="http://schemas.openxmlformats.org/drawingml/2006/main">
            <a:srgbClr val="F59E0B"/>
          </a:solidFill>
          <a:ln xmlns:a="http://schemas.openxmlformats.org/drawingml/2006/main" w="0">
            <a:solidFill>
              <a:srgbClr val="000000">
                <a:alpha val="0"/>
              </a:srgbClr>
            </a:solidFill>
            <a:prstDash val="solid"/>
          </a:ln>
        </p:spPr>
      </p:sp>
      <p:sp>
        <p:nvSpPr>
          <p:cNvPr id="29" name="">
            <a:extLst xmlns:a="http://schemas.openxmlformats.org/drawingml/2006/main">
              <a:ext uri="{FF2B5EF4-FFF2-40B4-BE49-F238E27FC236}">
                <a16:creationId xmlns:a16="http://schemas.microsoft.com/office/drawing/2014/main" id="{904B772A-88C9-4290-ADB1-28CA47206DD4}"/>
              </a:ext>
            </a:extLst>
          </p:cNvPr>
          <p:cNvSpPr>
            <a:spLocks xmlns:a="http://schemas.openxmlformats.org/drawingml/2006/main" noGrp="1"/>
          </p:cNvSpPr>
          <p:nvPr/>
        </p:nvSpPr>
        <p:spPr>
          <a:xfrm xmlns:a="http://schemas.openxmlformats.org/drawingml/2006/main">
            <a:off x="9505950" y="990600"/>
            <a:ext cx="76200" cy="76200"/>
          </a:xfrm>
          <a:prstGeom xmlns:a="http://schemas.openxmlformats.org/drawingml/2006/main" prst="ellipse">
            <a:avLst/>
          </a:prstGeom>
          <a:solidFill xmlns:a="http://schemas.openxmlformats.org/drawingml/2006/main">
            <a:srgbClr val="16A34A"/>
          </a:solidFill>
          <a:ln xmlns:a="http://schemas.openxmlformats.org/drawingml/2006/main" w="0">
            <a:solidFill>
              <a:srgbClr val="000000">
                <a:alpha val="0"/>
              </a:srgbClr>
            </a:solidFill>
            <a:prstDash val="solid"/>
          </a:ln>
        </p:spPr>
      </p:sp>
      <p:sp>
        <p:nvSpPr>
          <p:cNvPr id="30" name="">
            <a:extLst xmlns:a="http://schemas.openxmlformats.org/drawingml/2006/main">
              <a:ext uri="{FF2B5EF4-FFF2-40B4-BE49-F238E27FC236}">
                <a16:creationId xmlns:a16="http://schemas.microsoft.com/office/drawing/2014/main" id="{ED570F1B-47B4-482B-A01D-36A885E002B7}"/>
              </a:ext>
            </a:extLst>
          </p:cNvPr>
          <p:cNvSpPr>
            <a:spLocks xmlns:a="http://schemas.openxmlformats.org/drawingml/2006/main" noGrp="1"/>
          </p:cNvSpPr>
          <p:nvPr/>
        </p:nvSpPr>
        <p:spPr>
          <a:xfrm xmlns:a="http://schemas.openxmlformats.org/drawingml/2006/main">
            <a:off x="10287000" y="952500"/>
            <a:ext cx="104775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r">
              <a:defRPr sz="675" b="1">
                <a:solidFill>
                  <a:srgbClr val="FFFFFF"/>
                </a:solidFill>
                <a:latin typeface="Aptos"/>
                <a:ea typeface="Aptos"/>
                <a:cs typeface="Aptos"/>
              </a:defRPr>
            </a:pPr>
            <a:r>
              <a:rPr sz="675" b="1">
                <a:solidFill>
                  <a:srgbClr val="FFFFFF"/>
                </a:solidFill>
                <a:latin typeface="Aptos"/>
                <a:ea typeface="Aptos"/>
                <a:cs typeface="Aptos"/>
              </a:rPr>
              <a:t>LOOMA REPLAY</a:t>
            </a:r>
          </a:p>
        </p:txBody>
      </p:sp>
      <p:sp>
        <p:nvSpPr>
          <p:cNvPr id="31" name="">
            <a:extLst xmlns:a="http://schemas.openxmlformats.org/drawingml/2006/main">
              <a:ext uri="{FF2B5EF4-FFF2-40B4-BE49-F238E27FC236}">
                <a16:creationId xmlns:a16="http://schemas.microsoft.com/office/drawing/2014/main" id="{8CAA27EA-8066-46D0-9AB6-D33D3295EAFC}"/>
              </a:ext>
            </a:extLst>
          </p:cNvPr>
          <p:cNvSpPr>
            <a:spLocks xmlns:a="http://schemas.openxmlformats.org/drawingml/2006/main" noGrp="1"/>
          </p:cNvSpPr>
          <p:nvPr/>
        </p:nvSpPr>
        <p:spPr>
          <a:xfrm xmlns:a="http://schemas.openxmlformats.org/drawingml/2006/main">
            <a:off x="9258300" y="1066800"/>
            <a:ext cx="85725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750" b="1">
                <a:solidFill>
                  <a:srgbClr val="FFFFFF"/>
                </a:solidFill>
                <a:latin typeface="Aptos"/>
                <a:ea typeface="Aptos"/>
                <a:cs typeface="Aptos"/>
              </a:defRPr>
            </a:pPr>
            <a:r>
              <a:rPr sz="750" b="1">
                <a:solidFill>
                  <a:srgbClr val="FFFFFF"/>
                </a:solidFill>
                <a:latin typeface="Aptos"/>
                <a:ea typeface="Aptos"/>
                <a:cs typeface="Aptos"/>
              </a:rPr>
              <a:t>AFTER</a:t>
            </a:r>
          </a:p>
        </p:txBody>
      </p:sp>
      <p:sp>
        <p:nvSpPr>
          <p:cNvPr id="32" name="">
            <a:extLst xmlns:a="http://schemas.openxmlformats.org/drawingml/2006/main">
              <a:ext uri="{FF2B5EF4-FFF2-40B4-BE49-F238E27FC236}">
                <a16:creationId xmlns:a16="http://schemas.microsoft.com/office/drawing/2014/main" id="{A9B8F062-5C10-483E-A027-4E4A08D61C73}"/>
              </a:ext>
            </a:extLst>
          </p:cNvPr>
          <p:cNvSpPr>
            <a:spLocks xmlns:a="http://schemas.openxmlformats.org/drawingml/2006/main" noGrp="1"/>
          </p:cNvSpPr>
          <p:nvPr/>
        </p:nvSpPr>
        <p:spPr>
          <a:xfrm xmlns:a="http://schemas.openxmlformats.org/drawingml/2006/main">
            <a:off x="9258300" y="1428750"/>
            <a:ext cx="2152650" cy="1562100"/>
          </a:xfrm>
          <a:prstGeom xmlns:a="http://schemas.openxmlformats.org/drawingml/2006/main" prst="roundRect">
            <a:avLst>
              <a:gd name="adj" fmla="val 4878"/>
            </a:avLst>
          </a:prstGeom>
          <a:solidFill xmlns:a="http://schemas.openxmlformats.org/drawingml/2006/main">
            <a:srgbClr val="171717"/>
          </a:solidFill>
          <a:ln xmlns:a="http://schemas.openxmlformats.org/drawingml/2006/main" w="9525">
            <a:solidFill>
              <a:srgbClr val="333333"/>
            </a:solidFill>
            <a:prstDash val="solid"/>
          </a:ln>
        </p:spPr>
      </p:sp>
      <p:sp>
        <p:nvSpPr>
          <p:cNvPr id="33" name="">
            <a:extLst xmlns:a="http://schemas.openxmlformats.org/drawingml/2006/main">
              <a:ext uri="{FF2B5EF4-FFF2-40B4-BE49-F238E27FC236}">
                <a16:creationId xmlns:a16="http://schemas.microsoft.com/office/drawing/2014/main" id="{44C505EF-14CF-4167-817E-46D5312F9528}"/>
              </a:ext>
            </a:extLst>
          </p:cNvPr>
          <p:cNvSpPr>
            <a:spLocks xmlns:a="http://schemas.openxmlformats.org/drawingml/2006/main" noGrp="1"/>
          </p:cNvSpPr>
          <p:nvPr/>
        </p:nvSpPr>
        <p:spPr>
          <a:xfrm xmlns:a="http://schemas.openxmlformats.org/drawingml/2006/main">
            <a:off x="9429750" y="1609725"/>
            <a:ext cx="1181100" cy="1333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638" b="0">
                <a:solidFill>
                  <a:srgbClr val="A3A3A3"/>
                </a:solidFill>
                <a:latin typeface="Aptos Mono"/>
                <a:ea typeface="Aptos Mono"/>
                <a:cs typeface="Aptos Mono"/>
              </a:defRPr>
            </a:pPr>
            <a:r>
              <a:rPr sz="638" b="0">
                <a:solidFill>
                  <a:srgbClr val="A3A3A3"/>
                </a:solidFill>
                <a:latin typeface="Aptos Mono"/>
                <a:ea typeface="Aptos Mono"/>
                <a:cs typeface="Aptos Mono"/>
              </a:rPr>
              <a:t>src/lib/auth.ts</a:t>
            </a:r>
          </a:p>
        </p:txBody>
      </p:sp>
      <p:sp>
        <p:nvSpPr>
          <p:cNvPr id="34" name="">
            <a:extLst xmlns:a="http://schemas.openxmlformats.org/drawingml/2006/main">
              <a:ext uri="{FF2B5EF4-FFF2-40B4-BE49-F238E27FC236}">
                <a16:creationId xmlns:a16="http://schemas.microsoft.com/office/drawing/2014/main" id="{2AA91DAD-BE5A-417D-9CD1-BD3F3EC53EAE}"/>
              </a:ext>
            </a:extLst>
          </p:cNvPr>
          <p:cNvSpPr>
            <a:spLocks xmlns:a="http://schemas.openxmlformats.org/drawingml/2006/main" noGrp="1"/>
          </p:cNvSpPr>
          <p:nvPr/>
        </p:nvSpPr>
        <p:spPr>
          <a:xfrm xmlns:a="http://schemas.openxmlformats.org/drawingml/2006/main">
            <a:off x="9429750" y="1943100"/>
            <a:ext cx="1524000" cy="1333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675" b="0">
                <a:solidFill>
                  <a:srgbClr val="86EFAC"/>
                </a:solidFill>
                <a:latin typeface="Aptos Mono"/>
                <a:ea typeface="Aptos Mono"/>
                <a:cs typeface="Aptos Mono"/>
              </a:defRPr>
            </a:pPr>
            <a:r>
              <a:rPr sz="675" b="0">
                <a:solidFill>
                  <a:srgbClr val="86EFAC"/>
                </a:solidFill>
                <a:latin typeface="Aptos Mono"/>
                <a:ea typeface="Aptos Mono"/>
                <a:cs typeface="Aptos Mono"/>
              </a:rPr>
              <a:t>+ verifyRefreshToken()</a:t>
            </a:r>
          </a:p>
        </p:txBody>
      </p:sp>
      <p:sp>
        <p:nvSpPr>
          <p:cNvPr id="35" name="">
            <a:extLst xmlns:a="http://schemas.openxmlformats.org/drawingml/2006/main">
              <a:ext uri="{FF2B5EF4-FFF2-40B4-BE49-F238E27FC236}">
                <a16:creationId xmlns:a16="http://schemas.microsoft.com/office/drawing/2014/main" id="{02A4B8AB-D760-4602-A243-4652160D407A}"/>
              </a:ext>
            </a:extLst>
          </p:cNvPr>
          <p:cNvSpPr>
            <a:spLocks xmlns:a="http://schemas.openxmlformats.org/drawingml/2006/main" noGrp="1"/>
          </p:cNvSpPr>
          <p:nvPr/>
        </p:nvSpPr>
        <p:spPr>
          <a:xfrm xmlns:a="http://schemas.openxmlformats.org/drawingml/2006/main">
            <a:off x="9429750" y="2190750"/>
            <a:ext cx="1524000" cy="1333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675" b="0">
                <a:solidFill>
                  <a:srgbClr val="FCA5A5"/>
                </a:solidFill>
                <a:latin typeface="Aptos Mono"/>
                <a:ea typeface="Aptos Mono"/>
                <a:cs typeface="Aptos Mono"/>
              </a:defRPr>
            </a:pPr>
            <a:r>
              <a:rPr sz="675" b="0">
                <a:solidFill>
                  <a:srgbClr val="FCA5A5"/>
                </a:solidFill>
                <a:latin typeface="Aptos Mono"/>
                <a:ea typeface="Aptos Mono"/>
                <a:cs typeface="Aptos Mono"/>
              </a:rPr>
              <a:t>- legacyCookieCheck()</a:t>
            </a:r>
          </a:p>
        </p:txBody>
      </p:sp>
      <p:sp>
        <p:nvSpPr>
          <p:cNvPr id="36" name="">
            <a:extLst xmlns:a="http://schemas.openxmlformats.org/drawingml/2006/main">
              <a:ext uri="{FF2B5EF4-FFF2-40B4-BE49-F238E27FC236}">
                <a16:creationId xmlns:a16="http://schemas.microsoft.com/office/drawing/2014/main" id="{A1603EDE-91A4-4ACF-9895-60F4C0352B21}"/>
              </a:ext>
            </a:extLst>
          </p:cNvPr>
          <p:cNvSpPr>
            <a:spLocks xmlns:a="http://schemas.openxmlformats.org/drawingml/2006/main" noGrp="1"/>
          </p:cNvSpPr>
          <p:nvPr/>
        </p:nvSpPr>
        <p:spPr>
          <a:xfrm xmlns:a="http://schemas.openxmlformats.org/drawingml/2006/main">
            <a:off x="9429750" y="2571750"/>
            <a:ext cx="1714500" cy="1333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638" b="1">
                <a:solidFill>
                  <a:srgbClr val="FFFFFF"/>
                </a:solidFill>
                <a:latin typeface="Aptos"/>
                <a:ea typeface="Aptos"/>
                <a:cs typeface="Aptos"/>
              </a:defRPr>
            </a:pPr>
            <a:r>
              <a:rPr sz="638" b="1">
                <a:solidFill>
                  <a:srgbClr val="FFFFFF"/>
                </a:solidFill>
                <a:latin typeface="Aptos"/>
                <a:ea typeface="Aptos"/>
                <a:cs typeface="Aptos"/>
              </a:rPr>
              <a:t>Needs Review: auth file changed</a:t>
            </a:r>
          </a:p>
        </p:txBody>
      </p:sp>
      <p:sp>
        <p:nvSpPr>
          <p:cNvPr id="37" name="">
            <a:extLst xmlns:a="http://schemas.openxmlformats.org/drawingml/2006/main">
              <a:ext uri="{FF2B5EF4-FFF2-40B4-BE49-F238E27FC236}">
                <a16:creationId xmlns:a16="http://schemas.microsoft.com/office/drawing/2014/main" id="{351898BD-704E-42CE-BDA4-7B679343C17E}"/>
              </a:ext>
            </a:extLst>
          </p:cNvPr>
          <p:cNvSpPr>
            <a:spLocks xmlns:a="http://schemas.openxmlformats.org/drawingml/2006/main" noGrp="1"/>
          </p:cNvSpPr>
          <p:nvPr/>
        </p:nvSpPr>
        <p:spPr>
          <a:xfrm xmlns:a="http://schemas.openxmlformats.org/drawingml/2006/main">
            <a:off x="9258300" y="3314700"/>
            <a:ext cx="688848" cy="95250"/>
          </a:xfrm>
          <a:prstGeom xmlns:a="http://schemas.openxmlformats.org/drawingml/2006/main" prst="rect">
            <a:avLst/>
          </a:prstGeom>
          <a:solidFill xmlns:a="http://schemas.openxmlformats.org/drawingml/2006/main">
            <a:srgbClr val="16A34A"/>
          </a:solidFill>
          <a:ln xmlns:a="http://schemas.openxmlformats.org/drawingml/2006/main" w="0">
            <a:solidFill>
              <a:srgbClr val="000000">
                <a:alpha val="0"/>
              </a:srgbClr>
            </a:solidFill>
            <a:prstDash val="solid"/>
          </a:ln>
        </p:spPr>
      </p:sp>
      <p:sp>
        <p:nvSpPr>
          <p:cNvPr id="38" name="">
            <a:extLst xmlns:a="http://schemas.openxmlformats.org/drawingml/2006/main">
              <a:ext uri="{FF2B5EF4-FFF2-40B4-BE49-F238E27FC236}">
                <a16:creationId xmlns:a16="http://schemas.microsoft.com/office/drawing/2014/main" id="{7411692F-1659-49D2-AF6D-CDEACE1460D4}"/>
              </a:ext>
            </a:extLst>
          </p:cNvPr>
          <p:cNvSpPr>
            <a:spLocks xmlns:a="http://schemas.openxmlformats.org/drawingml/2006/main" noGrp="1"/>
          </p:cNvSpPr>
          <p:nvPr/>
        </p:nvSpPr>
        <p:spPr>
          <a:xfrm xmlns:a="http://schemas.openxmlformats.org/drawingml/2006/main">
            <a:off x="9947148" y="3314700"/>
            <a:ext cx="430530" cy="95250"/>
          </a:xfrm>
          <a:prstGeom xmlns:a="http://schemas.openxmlformats.org/drawingml/2006/main" prst="rect">
            <a:avLst/>
          </a:prstGeom>
          <a:solidFill xmlns:a="http://schemas.openxmlformats.org/drawingml/2006/main">
            <a:srgbClr val="F59E0B"/>
          </a:solidFill>
          <a:ln xmlns:a="http://schemas.openxmlformats.org/drawingml/2006/main" w="0">
            <a:solidFill>
              <a:srgbClr val="000000">
                <a:alpha val="0"/>
              </a:srgbClr>
            </a:solidFill>
            <a:prstDash val="solid"/>
          </a:ln>
        </p:spPr>
      </p:sp>
      <p:sp>
        <p:nvSpPr>
          <p:cNvPr id="39" name="">
            <a:extLst xmlns:a="http://schemas.openxmlformats.org/drawingml/2006/main">
              <a:ext uri="{FF2B5EF4-FFF2-40B4-BE49-F238E27FC236}">
                <a16:creationId xmlns:a16="http://schemas.microsoft.com/office/drawing/2014/main" id="{2C410DF6-D6F6-4805-8379-E41511F1BEE4}"/>
              </a:ext>
            </a:extLst>
          </p:cNvPr>
          <p:cNvSpPr>
            <a:spLocks xmlns:a="http://schemas.openxmlformats.org/drawingml/2006/main" noGrp="1"/>
          </p:cNvSpPr>
          <p:nvPr/>
        </p:nvSpPr>
        <p:spPr>
          <a:xfrm xmlns:a="http://schemas.openxmlformats.org/drawingml/2006/main">
            <a:off x="10377678" y="3314700"/>
            <a:ext cx="322898" cy="95250"/>
          </a:xfrm>
          <a:prstGeom xmlns:a="http://schemas.openxmlformats.org/drawingml/2006/main" prst="rect">
            <a:avLst/>
          </a:prstGeom>
          <a:solidFill xmlns:a="http://schemas.openxmlformats.org/drawingml/2006/main">
            <a:srgbClr val="DC2626"/>
          </a:solidFill>
          <a:ln xmlns:a="http://schemas.openxmlformats.org/drawingml/2006/main" w="0">
            <a:solidFill>
              <a:srgbClr val="000000">
                <a:alpha val="0"/>
              </a:srgbClr>
            </a:solidFill>
            <a:prstDash val="solid"/>
          </a:ln>
        </p:spPr>
      </p:sp>
      <p:sp>
        <p:nvSpPr>
          <p:cNvPr id="40" name="">
            <a:extLst xmlns:a="http://schemas.openxmlformats.org/drawingml/2006/main">
              <a:ext uri="{FF2B5EF4-FFF2-40B4-BE49-F238E27FC236}">
                <a16:creationId xmlns:a16="http://schemas.microsoft.com/office/drawing/2014/main" id="{6EC8F6FD-B37A-4103-B9F5-F6FDBEADE46E}"/>
              </a:ext>
            </a:extLst>
          </p:cNvPr>
          <p:cNvSpPr>
            <a:spLocks xmlns:a="http://schemas.openxmlformats.org/drawingml/2006/main" noGrp="1"/>
          </p:cNvSpPr>
          <p:nvPr/>
        </p:nvSpPr>
        <p:spPr>
          <a:xfrm xmlns:a="http://schemas.openxmlformats.org/drawingml/2006/main">
            <a:off x="10700576" y="3314700"/>
            <a:ext cx="710374" cy="95250"/>
          </a:xfrm>
          <a:prstGeom xmlns:a="http://schemas.openxmlformats.org/drawingml/2006/main" prst="rect">
            <a:avLst/>
          </a:prstGeom>
          <a:solidFill xmlns:a="http://schemas.openxmlformats.org/drawingml/2006/main">
            <a:srgbClr val="16A34A"/>
          </a:solidFill>
          <a:ln xmlns:a="http://schemas.openxmlformats.org/drawingml/2006/main" w="0">
            <a:solidFill>
              <a:srgbClr val="000000">
                <a:alpha val="0"/>
              </a:srgbClr>
            </a:solidFill>
            <a:prstDash val="solid"/>
          </a:ln>
        </p:spPr>
      </p:sp>
      <p:sp>
        <p:nvSpPr>
          <p:cNvPr id="41" name="">
            <a:extLst xmlns:a="http://schemas.openxmlformats.org/drawingml/2006/main">
              <a:ext uri="{FF2B5EF4-FFF2-40B4-BE49-F238E27FC236}">
                <a16:creationId xmlns:a16="http://schemas.microsoft.com/office/drawing/2014/main" id="{FF0BEE19-B565-4D37-879C-F4CC1A303E02}"/>
              </a:ext>
            </a:extLst>
          </p:cNvPr>
          <p:cNvSpPr>
            <a:spLocks xmlns:a="http://schemas.openxmlformats.org/drawingml/2006/main" noGrp="1"/>
          </p:cNvSpPr>
          <p:nvPr/>
        </p:nvSpPr>
        <p:spPr>
          <a:xfrm xmlns:a="http://schemas.openxmlformats.org/drawingml/2006/main">
            <a:off x="9607677" y="3248025"/>
            <a:ext cx="76200" cy="228600"/>
          </a:xfrm>
          <a:prstGeom xmlns:a="http://schemas.openxmlformats.org/drawingml/2006/main" prst="ellipse">
            <a:avLst/>
          </a:prstGeom>
          <a:solidFill xmlns:a="http://schemas.openxmlformats.org/drawingml/2006/main">
            <a:srgbClr val="050505"/>
          </a:solidFill>
          <a:ln xmlns:a="http://schemas.openxmlformats.org/drawingml/2006/main" w="0">
            <a:solidFill>
              <a:srgbClr val="000000">
                <a:alpha val="0"/>
              </a:srgbClr>
            </a:solidFill>
            <a:prstDash val="solid"/>
          </a:ln>
        </p:spPr>
      </p:sp>
      <p:sp>
        <p:nvSpPr>
          <p:cNvPr id="42" name="">
            <a:extLst xmlns:a="http://schemas.openxmlformats.org/drawingml/2006/main">
              <a:ext uri="{FF2B5EF4-FFF2-40B4-BE49-F238E27FC236}">
                <a16:creationId xmlns:a16="http://schemas.microsoft.com/office/drawing/2014/main" id="{D3E6C132-613D-4175-881E-8CF140C6E94E}"/>
              </a:ext>
            </a:extLst>
          </p:cNvPr>
          <p:cNvSpPr>
            <a:spLocks xmlns:a="http://schemas.openxmlformats.org/drawingml/2006/main" noGrp="1"/>
          </p:cNvSpPr>
          <p:nvPr/>
        </p:nvSpPr>
        <p:spPr>
          <a:xfrm xmlns:a="http://schemas.openxmlformats.org/drawingml/2006/main">
            <a:off x="10102787" y="3248025"/>
            <a:ext cx="76200" cy="228600"/>
          </a:xfrm>
          <a:prstGeom xmlns:a="http://schemas.openxmlformats.org/drawingml/2006/main" prst="ellipse">
            <a:avLst/>
          </a:prstGeom>
          <a:solidFill xmlns:a="http://schemas.openxmlformats.org/drawingml/2006/main">
            <a:srgbClr val="050505"/>
          </a:solidFill>
          <a:ln xmlns:a="http://schemas.openxmlformats.org/drawingml/2006/main" w="0">
            <a:solidFill>
              <a:srgbClr val="000000">
                <a:alpha val="0"/>
              </a:srgbClr>
            </a:solidFill>
            <a:prstDash val="solid"/>
          </a:ln>
        </p:spPr>
      </p:sp>
      <p:sp>
        <p:nvSpPr>
          <p:cNvPr id="43" name="">
            <a:extLst xmlns:a="http://schemas.openxmlformats.org/drawingml/2006/main">
              <a:ext uri="{FF2B5EF4-FFF2-40B4-BE49-F238E27FC236}">
                <a16:creationId xmlns:a16="http://schemas.microsoft.com/office/drawing/2014/main" id="{C6A2FCD0-9538-4FEF-854F-B27D4497A6DA}"/>
              </a:ext>
            </a:extLst>
          </p:cNvPr>
          <p:cNvSpPr>
            <a:spLocks xmlns:a="http://schemas.openxmlformats.org/drawingml/2006/main" noGrp="1"/>
          </p:cNvSpPr>
          <p:nvPr/>
        </p:nvSpPr>
        <p:spPr>
          <a:xfrm xmlns:a="http://schemas.openxmlformats.org/drawingml/2006/main">
            <a:off x="10490264" y="3248025"/>
            <a:ext cx="76200" cy="228600"/>
          </a:xfrm>
          <a:prstGeom xmlns:a="http://schemas.openxmlformats.org/drawingml/2006/main" prst="ellipse">
            <a:avLst/>
          </a:prstGeom>
          <a:solidFill xmlns:a="http://schemas.openxmlformats.org/drawingml/2006/main">
            <a:srgbClr val="F41A2F"/>
          </a:solidFill>
          <a:ln xmlns:a="http://schemas.openxmlformats.org/drawingml/2006/main" w="0">
            <a:solidFill>
              <a:srgbClr val="000000">
                <a:alpha val="0"/>
              </a:srgbClr>
            </a:solidFill>
            <a:prstDash val="solid"/>
          </a:ln>
        </p:spPr>
      </p:sp>
      <p:sp>
        <p:nvSpPr>
          <p:cNvPr id="44" name="">
            <a:extLst xmlns:a="http://schemas.openxmlformats.org/drawingml/2006/main">
              <a:ext uri="{FF2B5EF4-FFF2-40B4-BE49-F238E27FC236}">
                <a16:creationId xmlns:a16="http://schemas.microsoft.com/office/drawing/2014/main" id="{43757201-9C88-4BAD-93C0-AD8D2D25F6A9}"/>
              </a:ext>
            </a:extLst>
          </p:cNvPr>
          <p:cNvSpPr>
            <a:spLocks xmlns:a="http://schemas.openxmlformats.org/drawingml/2006/main" noGrp="1"/>
          </p:cNvSpPr>
          <p:nvPr/>
        </p:nvSpPr>
        <p:spPr>
          <a:xfrm xmlns:a="http://schemas.openxmlformats.org/drawingml/2006/main">
            <a:off x="10899267" y="3248025"/>
            <a:ext cx="76200" cy="228600"/>
          </a:xfrm>
          <a:prstGeom xmlns:a="http://schemas.openxmlformats.org/drawingml/2006/main" prst="ellipse">
            <a:avLst/>
          </a:prstGeom>
          <a:solidFill xmlns:a="http://schemas.openxmlformats.org/drawingml/2006/main">
            <a:srgbClr val="050505"/>
          </a:solidFill>
          <a:ln xmlns:a="http://schemas.openxmlformats.org/drawingml/2006/main" w="0">
            <a:solidFill>
              <a:srgbClr val="000000">
                <a:alpha val="0"/>
              </a:srgbClr>
            </a:solidFill>
            <a:prstDash val="solid"/>
          </a:ln>
        </p:spPr>
      </p:sp>
      <p:sp>
        <p:nvSpPr>
          <p:cNvPr id="45" name="">
            <a:extLst xmlns:a="http://schemas.openxmlformats.org/drawingml/2006/main">
              <a:ext uri="{FF2B5EF4-FFF2-40B4-BE49-F238E27FC236}">
                <a16:creationId xmlns:a16="http://schemas.microsoft.com/office/drawing/2014/main" id="{F8CB9FAC-94B4-4CBA-93CD-94D16944FD25}"/>
              </a:ext>
            </a:extLst>
          </p:cNvPr>
          <p:cNvSpPr>
            <a:spLocks xmlns:a="http://schemas.openxmlformats.org/drawingml/2006/main" noGrp="1"/>
          </p:cNvSpPr>
          <p:nvPr/>
        </p:nvSpPr>
        <p:spPr>
          <a:xfrm xmlns:a="http://schemas.openxmlformats.org/drawingml/2006/main">
            <a:off x="9258300" y="3581400"/>
            <a:ext cx="514350" cy="2095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555" b="0">
                <a:solidFill>
                  <a:srgbClr val="D4D4D4"/>
                </a:solidFill>
                <a:latin typeface="Aptos"/>
                <a:ea typeface="Aptos"/>
                <a:cs typeface="Aptos"/>
              </a:defRPr>
            </a:pPr>
            <a:r>
              <a:rPr sz="555" b="0">
                <a:solidFill>
                  <a:srgbClr val="D4D4D4"/>
                </a:solidFill>
                <a:latin typeface="Aptos"/>
                <a:ea typeface="Aptos"/>
                <a:cs typeface="Aptos"/>
              </a:rPr>
              <a:t>Understanding</a:t>
            </a:r>
          </a:p>
        </p:txBody>
      </p:sp>
      <p:sp>
        <p:nvSpPr>
          <p:cNvPr id="46" name="">
            <a:extLst xmlns:a="http://schemas.openxmlformats.org/drawingml/2006/main">
              <a:ext uri="{FF2B5EF4-FFF2-40B4-BE49-F238E27FC236}">
                <a16:creationId xmlns:a16="http://schemas.microsoft.com/office/drawing/2014/main" id="{75EEC7ED-4B8E-459B-8628-0BF3993C34E1}"/>
              </a:ext>
            </a:extLst>
          </p:cNvPr>
          <p:cNvSpPr>
            <a:spLocks xmlns:a="http://schemas.openxmlformats.org/drawingml/2006/main" noGrp="1"/>
          </p:cNvSpPr>
          <p:nvPr/>
        </p:nvSpPr>
        <p:spPr>
          <a:xfrm xmlns:a="http://schemas.openxmlformats.org/drawingml/2006/main">
            <a:off x="9791700" y="3581400"/>
            <a:ext cx="514350" cy="2095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555" b="0">
                <a:solidFill>
                  <a:srgbClr val="D4D4D4"/>
                </a:solidFill>
                <a:latin typeface="Aptos"/>
                <a:ea typeface="Aptos"/>
                <a:cs typeface="Aptos"/>
              </a:defRPr>
            </a:pPr>
            <a:r>
              <a:rPr sz="555" b="0">
                <a:solidFill>
                  <a:srgbClr val="D4D4D4"/>
                </a:solidFill>
                <a:latin typeface="Aptos"/>
                <a:ea typeface="Aptos"/>
                <a:cs typeface="Aptos"/>
              </a:rPr>
              <a:t>Editing</a:t>
            </a:r>
          </a:p>
        </p:txBody>
      </p:sp>
      <p:sp>
        <p:nvSpPr>
          <p:cNvPr id="47" name="">
            <a:extLst xmlns:a="http://schemas.openxmlformats.org/drawingml/2006/main">
              <a:ext uri="{FF2B5EF4-FFF2-40B4-BE49-F238E27FC236}">
                <a16:creationId xmlns:a16="http://schemas.microsoft.com/office/drawing/2014/main" id="{570ED3F6-9BDC-41B9-B3CA-C452700F04A6}"/>
              </a:ext>
            </a:extLst>
          </p:cNvPr>
          <p:cNvSpPr>
            <a:spLocks xmlns:a="http://schemas.openxmlformats.org/drawingml/2006/main" noGrp="1"/>
          </p:cNvSpPr>
          <p:nvPr/>
        </p:nvSpPr>
        <p:spPr>
          <a:xfrm xmlns:a="http://schemas.openxmlformats.org/drawingml/2006/main">
            <a:off x="10325100" y="3581400"/>
            <a:ext cx="514350" cy="2095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555" b="0">
                <a:solidFill>
                  <a:srgbClr val="D4D4D4"/>
                </a:solidFill>
                <a:latin typeface="Aptos"/>
                <a:ea typeface="Aptos"/>
                <a:cs typeface="Aptos"/>
              </a:defRPr>
            </a:pPr>
            <a:r>
              <a:rPr sz="555" b="0">
                <a:solidFill>
                  <a:srgbClr val="D4D4D4"/>
                </a:solidFill>
                <a:latin typeface="Aptos"/>
                <a:ea typeface="Aptos"/>
                <a:cs typeface="Aptos"/>
              </a:rPr>
              <a:t>Retry loop</a:t>
            </a:r>
          </a:p>
        </p:txBody>
      </p:sp>
      <p:sp>
        <p:nvSpPr>
          <p:cNvPr id="48" name="">
            <a:extLst xmlns:a="http://schemas.openxmlformats.org/drawingml/2006/main">
              <a:ext uri="{FF2B5EF4-FFF2-40B4-BE49-F238E27FC236}">
                <a16:creationId xmlns:a16="http://schemas.microsoft.com/office/drawing/2014/main" id="{72486732-0AC6-406C-AEF1-7716A372BD51}"/>
              </a:ext>
            </a:extLst>
          </p:cNvPr>
          <p:cNvSpPr>
            <a:spLocks xmlns:a="http://schemas.openxmlformats.org/drawingml/2006/main" noGrp="1"/>
          </p:cNvSpPr>
          <p:nvPr/>
        </p:nvSpPr>
        <p:spPr>
          <a:xfrm xmlns:a="http://schemas.openxmlformats.org/drawingml/2006/main">
            <a:off x="10858500" y="3581400"/>
            <a:ext cx="514350" cy="2095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555" b="0">
                <a:solidFill>
                  <a:srgbClr val="D4D4D4"/>
                </a:solidFill>
                <a:latin typeface="Aptos"/>
                <a:ea typeface="Aptos"/>
                <a:cs typeface="Aptos"/>
              </a:defRPr>
            </a:pPr>
            <a:r>
              <a:rPr sz="555" b="0">
                <a:solidFill>
                  <a:srgbClr val="D4D4D4"/>
                </a:solidFill>
                <a:latin typeface="Aptos"/>
                <a:ea typeface="Aptos"/>
                <a:cs typeface="Aptos"/>
              </a:rPr>
              <a:t>Verify</a:t>
            </a:r>
          </a:p>
        </p:txBody>
      </p:sp>
      <p:sp>
        <p:nvSpPr>
          <p:cNvPr id="49" name="">
            <a:extLst xmlns:a="http://schemas.openxmlformats.org/drawingml/2006/main">
              <a:ext uri="{FF2B5EF4-FFF2-40B4-BE49-F238E27FC236}">
                <a16:creationId xmlns:a16="http://schemas.microsoft.com/office/drawing/2014/main" id="{BA526A8B-AAF3-4F1D-B8C9-E8253BD41DAF}"/>
              </a:ext>
            </a:extLst>
          </p:cNvPr>
          <p:cNvSpPr>
            <a:spLocks xmlns:a="http://schemas.openxmlformats.org/drawingml/2006/main" noGrp="1"/>
          </p:cNvSpPr>
          <p:nvPr/>
        </p:nvSpPr>
        <p:spPr>
          <a:xfrm xmlns:a="http://schemas.openxmlformats.org/drawingml/2006/main">
            <a:off x="9258300" y="4038600"/>
            <a:ext cx="2152650" cy="781050"/>
          </a:xfrm>
          <a:prstGeom xmlns:a="http://schemas.openxmlformats.org/drawingml/2006/main" prst="roundRect">
            <a:avLst>
              <a:gd name="adj" fmla="val 9756"/>
            </a:avLst>
          </a:prstGeom>
          <a:solidFill xmlns:a="http://schemas.openxmlformats.org/drawingml/2006/main">
            <a:srgbClr val="FFFFFF"/>
          </a:solidFill>
          <a:ln xmlns:a="http://schemas.openxmlformats.org/drawingml/2006/main" w="0">
            <a:solidFill>
              <a:srgbClr val="000000">
                <a:alpha val="0"/>
              </a:srgbClr>
            </a:solidFill>
            <a:prstDash val="solid"/>
          </a:ln>
        </p:spPr>
      </p:sp>
      <p:sp>
        <p:nvSpPr>
          <p:cNvPr id="50" name="">
            <a:extLst xmlns:a="http://schemas.openxmlformats.org/drawingml/2006/main">
              <a:ext uri="{FF2B5EF4-FFF2-40B4-BE49-F238E27FC236}">
                <a16:creationId xmlns:a16="http://schemas.microsoft.com/office/drawing/2014/main" id="{9F4FB99C-739C-4D83-BA7F-B82C6E51D231}"/>
              </a:ext>
            </a:extLst>
          </p:cNvPr>
          <p:cNvSpPr>
            <a:spLocks xmlns:a="http://schemas.openxmlformats.org/drawingml/2006/main" noGrp="1"/>
          </p:cNvSpPr>
          <p:nvPr/>
        </p:nvSpPr>
        <p:spPr>
          <a:xfrm xmlns:a="http://schemas.openxmlformats.org/drawingml/2006/main">
            <a:off x="9429750" y="4171950"/>
            <a:ext cx="571500" cy="1333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675" b="1">
                <a:solidFill>
                  <a:srgbClr val="050505"/>
                </a:solidFill>
                <a:latin typeface="Aptos"/>
                <a:ea typeface="Aptos"/>
                <a:cs typeface="Aptos"/>
              </a:defRPr>
            </a:pPr>
            <a:r>
              <a:rPr sz="675" b="1">
                <a:solidFill>
                  <a:srgbClr val="050505"/>
                </a:solidFill>
                <a:latin typeface="Aptos"/>
                <a:ea typeface="Aptos"/>
                <a:cs typeface="Aptos"/>
              </a:rPr>
              <a:t>AI Notes</a:t>
            </a:r>
          </a:p>
        </p:txBody>
      </p:sp>
      <p:sp>
        <p:nvSpPr>
          <p:cNvPr id="51" name="">
            <a:extLst xmlns:a="http://schemas.openxmlformats.org/drawingml/2006/main">
              <a:ext uri="{FF2B5EF4-FFF2-40B4-BE49-F238E27FC236}">
                <a16:creationId xmlns:a16="http://schemas.microsoft.com/office/drawing/2014/main" id="{C595145C-4602-4867-97CB-D1FC8570736E}"/>
              </a:ext>
            </a:extLst>
          </p:cNvPr>
          <p:cNvSpPr>
            <a:spLocks xmlns:a="http://schemas.openxmlformats.org/drawingml/2006/main" noGrp="1"/>
          </p:cNvSpPr>
          <p:nvPr/>
        </p:nvSpPr>
        <p:spPr>
          <a:xfrm xmlns:a="http://schemas.openxmlformats.org/drawingml/2006/main">
            <a:off x="9429750" y="4362450"/>
            <a:ext cx="1695450"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630" b="0">
                <a:solidFill>
                  <a:srgbClr val="44403C"/>
                </a:solidFill>
                <a:latin typeface="Aptos"/>
                <a:ea typeface="Aptos"/>
                <a:cs typeface="Aptos"/>
              </a:defRPr>
            </a:pPr>
            <a:r>
              <a:rPr sz="630" b="0">
                <a:solidFill>
                  <a:srgbClr val="44403C"/>
                </a:solidFill>
                <a:latin typeface="Aptos"/>
                <a:ea typeface="Aptos"/>
                <a:cs typeface="Aptos"/>
              </a:rPr>
              <a:t>Issue mulai melebar setelah 3 retry dengan error yang sama.</a:t>
            </a:r>
          </a:p>
        </p:txBody>
      </p:sp>
      <p:sp>
        <p:nvSpPr>
          <p:cNvPr id="52" name="">
            <a:extLst xmlns:a="http://schemas.openxmlformats.org/drawingml/2006/main">
              <a:ext uri="{FF2B5EF4-FFF2-40B4-BE49-F238E27FC236}">
                <a16:creationId xmlns:a16="http://schemas.microsoft.com/office/drawing/2014/main" id="{7763FBA8-BABC-4303-887C-EFBA12985A63}"/>
              </a:ext>
            </a:extLst>
          </p:cNvPr>
          <p:cNvSpPr>
            <a:spLocks xmlns:a="http://schemas.openxmlformats.org/drawingml/2006/main" noGrp="1"/>
          </p:cNvSpPr>
          <p:nvPr/>
        </p:nvSpPr>
        <p:spPr>
          <a:xfrm xmlns:a="http://schemas.openxmlformats.org/drawingml/2006/main">
            <a:off x="552450" y="6400800"/>
            <a:ext cx="11087100" cy="9525"/>
          </a:xfrm>
          <a:prstGeom xmlns:a="http://schemas.openxmlformats.org/drawingml/2006/main" prst="rect">
            <a:avLst/>
          </a:prstGeom>
          <a:solidFill xmlns:a="http://schemas.openxmlformats.org/drawingml/2006/main">
            <a:srgbClr val="E9E6E2"/>
          </a:solidFill>
          <a:ln xmlns:a="http://schemas.openxmlformats.org/drawingml/2006/main" w="0">
            <a:solidFill>
              <a:srgbClr val="000000">
                <a:alpha val="0"/>
              </a:srgbClr>
            </a:solidFill>
            <a:prstDash val="solid"/>
          </a:ln>
        </p:spPr>
      </p:sp>
      <p:sp>
        <p:nvSpPr>
          <p:cNvPr id="53" name="">
            <a:extLst xmlns:a="http://schemas.openxmlformats.org/drawingml/2006/main">
              <a:ext uri="{FF2B5EF4-FFF2-40B4-BE49-F238E27FC236}">
                <a16:creationId xmlns:a16="http://schemas.microsoft.com/office/drawing/2014/main" id="{58B9736D-9C98-4345-BA5E-3D7B8070B76C}"/>
              </a:ext>
            </a:extLst>
          </p:cNvPr>
          <p:cNvSpPr>
            <a:spLocks xmlns:a="http://schemas.openxmlformats.org/drawingml/2006/main" noGrp="1"/>
          </p:cNvSpPr>
          <p:nvPr/>
        </p:nvSpPr>
        <p:spPr>
          <a:xfrm xmlns:a="http://schemas.openxmlformats.org/drawingml/2006/main">
            <a:off x="552450" y="6534150"/>
            <a:ext cx="685800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675" b="0">
                <a:solidFill>
                  <a:srgbClr val="78716C"/>
                </a:solidFill>
                <a:latin typeface="Aptos"/>
                <a:ea typeface="Aptos"/>
                <a:cs typeface="Aptos"/>
              </a:defRPr>
            </a:pPr>
            <a:r>
              <a:rPr sz="675" b="0">
                <a:solidFill>
                  <a:srgbClr val="78716C"/>
                </a:solidFill>
                <a:latin typeface="Aptos"/>
                <a:ea typeface="Aptos"/>
                <a:cs typeface="Aptos"/>
              </a:rPr>
              <a:t>Problem: raw logs hide where the agent run started going wrong</a:t>
            </a:r>
          </a:p>
        </p:txBody>
      </p:sp>
      <p:sp>
        <p:nvSpPr>
          <p:cNvPr id="54" name="">
            <a:extLst xmlns:a="http://schemas.openxmlformats.org/drawingml/2006/main">
              <a:ext uri="{FF2B5EF4-FFF2-40B4-BE49-F238E27FC236}">
                <a16:creationId xmlns:a16="http://schemas.microsoft.com/office/drawing/2014/main" id="{814DE9A8-81E0-4A39-BC52-EB00651BF7D4}"/>
              </a:ext>
            </a:extLst>
          </p:cNvPr>
          <p:cNvSpPr>
            <a:spLocks xmlns:a="http://schemas.openxmlformats.org/drawingml/2006/main" noGrp="1"/>
          </p:cNvSpPr>
          <p:nvPr/>
        </p:nvSpPr>
        <p:spPr>
          <a:xfrm xmlns:a="http://schemas.openxmlformats.org/drawingml/2006/main">
            <a:off x="11163300" y="6515100"/>
            <a:ext cx="47625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r">
              <a:defRPr sz="750" b="0">
                <a:solidFill>
                  <a:srgbClr val="78716C"/>
                </a:solidFill>
                <a:latin typeface="Aptos"/>
                <a:ea typeface="Aptos"/>
                <a:cs typeface="Aptos"/>
              </a:defRPr>
            </a:pPr>
            <a:r>
              <a:rPr sz="750" b="0">
                <a:solidFill>
                  <a:srgbClr val="78716C"/>
                </a:solidFill>
                <a:latin typeface="Aptos"/>
                <a:ea typeface="Aptos"/>
                <a:cs typeface="Aptos"/>
              </a:rPr>
              <a:t>01</a:t>
            </a:r>
          </a:p>
        </p:txBody>
      </p:sp>
    </p:spTree>
    <p:extLst>
      <p:ext uri="{BB962C8B-B14F-4D97-AF65-F5344CB8AC3E}">
        <p14:creationId xmlns:p14="http://schemas.microsoft.com/office/powerpoint/2010/main" val="18097766"/>
      </p:ext>
    </p:extLst>
  </p:cSld>
</p:sld>
</file>

<file path=ppt/slides/slide2.xml><?xml version="1.0" encoding="utf-8"?>
<p:sld xmlns:p="http://schemas.openxmlformats.org/presentationml/2006/main">
  <p:cSld>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F376A1B9-F42A-4E98-B086-9389E8DF7CEA}"/>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DFCFC"/>
          </a:solidFill>
          <a:ln xmlns:a="http://schemas.openxmlformats.org/drawingml/2006/main" w="0">
            <a:solidFill>
              <a:srgbClr val="000000">
                <a:alpha val="0"/>
              </a:srgbClr>
            </a:solidFill>
            <a:prstDash val="solid"/>
          </a:ln>
        </p:spPr>
      </p:sp>
      <p:sp>
        <p:nvSpPr>
          <p:cNvPr id="2" name="">
            <a:extLst xmlns:a="http://schemas.openxmlformats.org/drawingml/2006/main">
              <a:ext uri="{FF2B5EF4-FFF2-40B4-BE49-F238E27FC236}">
                <a16:creationId xmlns:a16="http://schemas.microsoft.com/office/drawing/2014/main" id="{3134F879-22B7-4CB6-AA52-5A66CF800D36}"/>
              </a:ext>
            </a:extLst>
          </p:cNvPr>
          <p:cNvSpPr>
            <a:spLocks xmlns:a="http://schemas.openxmlformats.org/drawingml/2006/main" noGrp="1"/>
          </p:cNvSpPr>
          <p:nvPr/>
        </p:nvSpPr>
        <p:spPr>
          <a:xfrm xmlns:a="http://schemas.openxmlformats.org/drawingml/2006/main">
            <a:off x="0" y="0"/>
            <a:ext cx="12192000" cy="47625"/>
          </a:xfrm>
          <a:prstGeom xmlns:a="http://schemas.openxmlformats.org/drawingml/2006/main" prst="rect">
            <a:avLst/>
          </a:prstGeom>
          <a:solidFill xmlns:a="http://schemas.openxmlformats.org/drawingml/2006/main">
            <a:srgbClr val="050505"/>
          </a:solidFill>
          <a:ln xmlns:a="http://schemas.openxmlformats.org/drawingml/2006/main" w="0">
            <a:solidFill>
              <a:srgbClr val="000000">
                <a:alpha val="0"/>
              </a:srgbClr>
            </a:solidFill>
            <a:prstDash val="solid"/>
          </a:ln>
        </p:spPr>
      </p:sp>
      <p:sp>
        <p:nvSpPr>
          <p:cNvPr id="3" name="kicker-marker">
            <a:extLst xmlns:a="http://schemas.openxmlformats.org/drawingml/2006/main">
              <a:ext uri="{FF2B5EF4-FFF2-40B4-BE49-F238E27FC236}">
                <a16:creationId xmlns:a16="http://schemas.microsoft.com/office/drawing/2014/main" id="{323F22AF-551D-40BF-AC42-82E390E34DE2}"/>
              </a:ext>
            </a:extLst>
          </p:cNvPr>
          <p:cNvSpPr>
            <a:spLocks xmlns:a="http://schemas.openxmlformats.org/drawingml/2006/main" noGrp="1"/>
          </p:cNvSpPr>
          <p:nvPr/>
        </p:nvSpPr>
        <p:spPr>
          <a:xfrm xmlns:a="http://schemas.openxmlformats.org/drawingml/2006/main">
            <a:off x="552450" y="514350"/>
            <a:ext cx="47625" cy="247650"/>
          </a:xfrm>
          <a:prstGeom xmlns:a="http://schemas.openxmlformats.org/drawingml/2006/main" prst="rect">
            <a:avLst/>
          </a:prstGeom>
          <a:solidFill xmlns:a="http://schemas.openxmlformats.org/drawingml/2006/main">
            <a:srgbClr val="F41A2F"/>
          </a:solidFill>
          <a:ln xmlns:a="http://schemas.openxmlformats.org/drawingml/2006/main" w="0">
            <a:solidFill>
              <a:srgbClr val="000000">
                <a:alpha val="0"/>
              </a:srgbClr>
            </a:solidFill>
            <a:prstDash val="solid"/>
          </a:ln>
        </p:spPr>
      </p:sp>
      <p:sp>
        <p:nvSpPr>
          <p:cNvPr id="4" name="kicker-label">
            <a:extLst xmlns:a="http://schemas.openxmlformats.org/drawingml/2006/main">
              <a:ext uri="{FF2B5EF4-FFF2-40B4-BE49-F238E27FC236}">
                <a16:creationId xmlns:a16="http://schemas.microsoft.com/office/drawing/2014/main" id="{E447B10F-D536-4B61-8E23-E2C8802F6C74}"/>
              </a:ext>
            </a:extLst>
          </p:cNvPr>
          <p:cNvSpPr>
            <a:spLocks xmlns:a="http://schemas.openxmlformats.org/drawingml/2006/main" noGrp="1"/>
          </p:cNvSpPr>
          <p:nvPr/>
        </p:nvSpPr>
        <p:spPr>
          <a:xfrm xmlns:a="http://schemas.openxmlformats.org/drawingml/2006/main">
            <a:off x="723900" y="485775"/>
            <a:ext cx="3714750" cy="3238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ctr"/>
          <a:lstStyle xmlns:a="http://schemas.openxmlformats.org/drawingml/2006/main"/>
          <a:p xmlns:a="http://schemas.openxmlformats.org/drawingml/2006/main">
            <a:pPr algn="l">
              <a:defRPr sz="825" b="1">
                <a:solidFill>
                  <a:srgbClr val="78716C"/>
                </a:solidFill>
                <a:latin typeface="Aptos"/>
                <a:ea typeface="Aptos"/>
                <a:cs typeface="Aptos"/>
              </a:defRPr>
            </a:pPr>
            <a:r>
              <a:rPr sz="825" b="1">
                <a:solidFill>
                  <a:srgbClr val="78716C"/>
                </a:solidFill>
                <a:latin typeface="Aptos"/>
                <a:ea typeface="Aptos"/>
                <a:cs typeface="Aptos"/>
              </a:rPr>
              <a:t>REPLAY-NATIVE REVIEW</a:t>
            </a:r>
          </a:p>
        </p:txBody>
      </p:sp>
      <p:sp>
        <p:nvSpPr>
          <p:cNvPr id="5" name="">
            <a:extLst xmlns:a="http://schemas.openxmlformats.org/drawingml/2006/main">
              <a:ext uri="{FF2B5EF4-FFF2-40B4-BE49-F238E27FC236}">
                <a16:creationId xmlns:a16="http://schemas.microsoft.com/office/drawing/2014/main" id="{1AD569C5-F459-4DD0-ADDA-3589B8694448}"/>
              </a:ext>
            </a:extLst>
          </p:cNvPr>
          <p:cNvSpPr>
            <a:spLocks xmlns:a="http://schemas.openxmlformats.org/drawingml/2006/main" noGrp="1"/>
          </p:cNvSpPr>
          <p:nvPr/>
        </p:nvSpPr>
        <p:spPr>
          <a:xfrm xmlns:a="http://schemas.openxmlformats.org/drawingml/2006/main">
            <a:off x="552450" y="990600"/>
            <a:ext cx="5286375" cy="1314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2400" b="0">
                <a:solidFill>
                  <a:srgbClr val="050505"/>
                </a:solidFill>
                <a:latin typeface="Aptos Display"/>
                <a:ea typeface="Aptos Display"/>
                <a:cs typeface="Aptos Display"/>
              </a:defRPr>
            </a:pPr>
            <a:r>
              <a:rPr sz="2400" b="0">
                <a:solidFill>
                  <a:srgbClr val="050505"/>
                </a:solidFill>
                <a:latin typeface="Aptos Display"/>
                <a:ea typeface="Aptos Display"/>
                <a:cs typeface="Aptos Display"/>
              </a:rPr>
              <a:t>Looma mengubah sesi agent</a:t>
            </a:r>
          </a:p>
          <a:p xmlns:a="http://schemas.openxmlformats.org/drawingml/2006/main">
            <a:pPr algn="l">
              <a:defRPr sz="2400" b="0">
                <a:solidFill>
                  <a:srgbClr val="050505"/>
                </a:solidFill>
                <a:latin typeface="Aptos Display"/>
                <a:ea typeface="Aptos Display"/>
                <a:cs typeface="Aptos Display"/>
              </a:defRPr>
            </a:pPr>
            <a:r>
              <a:rPr sz="2400" b="0">
                <a:solidFill>
                  <a:srgbClr val="050505"/>
                </a:solidFill>
                <a:latin typeface="Aptos Display"/>
                <a:ea typeface="Aptos Display"/>
                <a:cs typeface="Aptos Display"/>
              </a:rPr>
              <a:t>menjadi replay yang bisa ditonton,</a:t>
            </a:r>
          </a:p>
          <a:p xmlns:a="http://schemas.openxmlformats.org/drawingml/2006/main">
            <a:pPr algn="l">
              <a:defRPr sz="2400" b="0">
                <a:solidFill>
                  <a:srgbClr val="050505"/>
                </a:solidFill>
                <a:latin typeface="Aptos Display"/>
                <a:ea typeface="Aptos Display"/>
                <a:cs typeface="Aptos Display"/>
              </a:defRPr>
            </a:pPr>
            <a:r>
              <a:rPr sz="2400" b="0">
                <a:solidFill>
                  <a:srgbClr val="050505"/>
                </a:solidFill>
                <a:latin typeface="Aptos Display"/>
                <a:ea typeface="Aptos Display"/>
                <a:cs typeface="Aptos Display"/>
              </a:rPr>
              <a:t>dicari, dan dibagikan.</a:t>
            </a:r>
          </a:p>
        </p:txBody>
      </p:sp>
      <p:sp>
        <p:nvSpPr>
          <p:cNvPr id="6" name="">
            <a:extLst xmlns:a="http://schemas.openxmlformats.org/drawingml/2006/main">
              <a:ext uri="{FF2B5EF4-FFF2-40B4-BE49-F238E27FC236}">
                <a16:creationId xmlns:a16="http://schemas.microsoft.com/office/drawing/2014/main" id="{C9682122-7615-4A5F-86E2-26319A3E224A}"/>
              </a:ext>
            </a:extLst>
          </p:cNvPr>
          <p:cNvSpPr>
            <a:spLocks xmlns:a="http://schemas.openxmlformats.org/drawingml/2006/main" noGrp="1"/>
          </p:cNvSpPr>
          <p:nvPr/>
        </p:nvSpPr>
        <p:spPr>
          <a:xfrm xmlns:a="http://schemas.openxmlformats.org/drawingml/2006/main">
            <a:off x="552450" y="2457450"/>
            <a:ext cx="4953000" cy="10287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200" b="0">
                <a:solidFill>
                  <a:srgbClr val="44403C"/>
                </a:solidFill>
                <a:latin typeface="Aptos"/>
                <a:ea typeface="Aptos"/>
                <a:cs typeface="Aptos"/>
              </a:defRPr>
            </a:pPr>
            <a:r>
              <a:rPr sz="1200" b="0">
                <a:solidFill>
                  <a:srgbClr val="44403C"/>
                </a:solidFill>
                <a:latin typeface="Aptos"/>
                <a:ea typeface="Aptos"/>
                <a:cs typeface="Aptos"/>
              </a:rPr>
              <a:t>Looma merekam terminal command, file read/write, diff, test result, dan checkpoint secara real-time. Saat ada issue, developer bisa lompat ke momen pertama masalah muncul, bukan menebak dari final answer atau langsung rollback semua perubahan.</a:t>
            </a:r>
          </a:p>
        </p:txBody>
      </p:sp>
      <p:sp>
        <p:nvSpPr>
          <p:cNvPr id="7" name="">
            <a:extLst xmlns:a="http://schemas.openxmlformats.org/drawingml/2006/main">
              <a:ext uri="{FF2B5EF4-FFF2-40B4-BE49-F238E27FC236}">
                <a16:creationId xmlns:a16="http://schemas.microsoft.com/office/drawing/2014/main" id="{77CBCB16-6081-43DA-95F9-6A6B3FCF8B69}"/>
              </a:ext>
            </a:extLst>
          </p:cNvPr>
          <p:cNvSpPr>
            <a:spLocks xmlns:a="http://schemas.openxmlformats.org/drawingml/2006/main" noGrp="1"/>
          </p:cNvSpPr>
          <p:nvPr/>
        </p:nvSpPr>
        <p:spPr>
          <a:xfrm xmlns:a="http://schemas.openxmlformats.org/drawingml/2006/main">
            <a:off x="552450" y="4038600"/>
            <a:ext cx="990600" cy="381000"/>
          </a:xfrm>
          <a:prstGeom xmlns:a="http://schemas.openxmlformats.org/drawingml/2006/main" prst="roundRect">
            <a:avLst>
              <a:gd name="adj" fmla="val 20000"/>
            </a:avLst>
          </a:prstGeom>
          <a:solidFill xmlns:a="http://schemas.openxmlformats.org/drawingml/2006/main">
            <a:srgbClr val="050505"/>
          </a:solidFill>
          <a:ln xmlns:a="http://schemas.openxmlformats.org/drawingml/2006/main" w="9525">
            <a:solidFill>
              <a:srgbClr val="050505"/>
            </a:solidFill>
            <a:prstDash val="solid"/>
          </a:ln>
        </p:spPr>
      </p:sp>
      <p:sp>
        <p:nvSpPr>
          <p:cNvPr id="8" name="">
            <a:extLst xmlns:a="http://schemas.openxmlformats.org/drawingml/2006/main">
              <a:ext uri="{FF2B5EF4-FFF2-40B4-BE49-F238E27FC236}">
                <a16:creationId xmlns:a16="http://schemas.microsoft.com/office/drawing/2014/main" id="{C7B6C8A9-487F-4849-988D-30AB556523B2}"/>
              </a:ext>
            </a:extLst>
          </p:cNvPr>
          <p:cNvSpPr>
            <a:spLocks xmlns:a="http://schemas.openxmlformats.org/drawingml/2006/main" noGrp="1"/>
          </p:cNvSpPr>
          <p:nvPr/>
        </p:nvSpPr>
        <p:spPr>
          <a:xfrm xmlns:a="http://schemas.openxmlformats.org/drawingml/2006/main">
            <a:off x="666750" y="4152900"/>
            <a:ext cx="762000" cy="1143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750" b="1">
                <a:solidFill>
                  <a:srgbClr val="FFFFFF"/>
                </a:solidFill>
                <a:latin typeface="Aptos"/>
                <a:ea typeface="Aptos"/>
                <a:cs typeface="Aptos"/>
              </a:defRPr>
            </a:pPr>
            <a:r>
              <a:rPr sz="750" b="1">
                <a:solidFill>
                  <a:srgbClr val="FFFFFF"/>
                </a:solidFill>
                <a:latin typeface="Aptos"/>
                <a:ea typeface="Aptos"/>
                <a:cs typeface="Aptos"/>
              </a:rPr>
              <a:t>Record</a:t>
            </a:r>
          </a:p>
        </p:txBody>
      </p:sp>
      <p:sp>
        <p:nvSpPr>
          <p:cNvPr id="9" name="">
            <a:extLst xmlns:a="http://schemas.openxmlformats.org/drawingml/2006/main">
              <a:ext uri="{FF2B5EF4-FFF2-40B4-BE49-F238E27FC236}">
                <a16:creationId xmlns:a16="http://schemas.microsoft.com/office/drawing/2014/main" id="{601D59E0-7118-4E62-A715-9F0A0FDBA61D}"/>
              </a:ext>
            </a:extLst>
          </p:cNvPr>
          <p:cNvSpPr>
            <a:spLocks xmlns:a="http://schemas.openxmlformats.org/drawingml/2006/main" noGrp="1"/>
          </p:cNvSpPr>
          <p:nvPr/>
        </p:nvSpPr>
        <p:spPr>
          <a:xfrm xmlns:a="http://schemas.openxmlformats.org/drawingml/2006/main">
            <a:off x="1771650" y="4038600"/>
            <a:ext cx="990600" cy="381000"/>
          </a:xfrm>
          <a:prstGeom xmlns:a="http://schemas.openxmlformats.org/drawingml/2006/main" prst="roundRect">
            <a:avLst>
              <a:gd name="adj" fmla="val 20000"/>
            </a:avLst>
          </a:prstGeom>
          <a:solidFill xmlns:a="http://schemas.openxmlformats.org/drawingml/2006/main">
            <a:srgbClr val="FFFFFF"/>
          </a:solidFill>
          <a:ln xmlns:a="http://schemas.openxmlformats.org/drawingml/2006/main" w="9525">
            <a:solidFill>
              <a:srgbClr val="E0DFDD"/>
            </a:solidFill>
            <a:prstDash val="solid"/>
          </a:ln>
        </p:spPr>
      </p:sp>
      <p:sp>
        <p:nvSpPr>
          <p:cNvPr id="10" name="">
            <a:extLst xmlns:a="http://schemas.openxmlformats.org/drawingml/2006/main">
              <a:ext uri="{FF2B5EF4-FFF2-40B4-BE49-F238E27FC236}">
                <a16:creationId xmlns:a16="http://schemas.microsoft.com/office/drawing/2014/main" id="{6E596A96-18F4-43D3-988F-7F334761B918}"/>
              </a:ext>
            </a:extLst>
          </p:cNvPr>
          <p:cNvSpPr>
            <a:spLocks xmlns:a="http://schemas.openxmlformats.org/drawingml/2006/main" noGrp="1"/>
          </p:cNvSpPr>
          <p:nvPr/>
        </p:nvSpPr>
        <p:spPr>
          <a:xfrm xmlns:a="http://schemas.openxmlformats.org/drawingml/2006/main">
            <a:off x="1885950" y="4152900"/>
            <a:ext cx="762000" cy="1143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750" b="1">
                <a:solidFill>
                  <a:srgbClr val="050505"/>
                </a:solidFill>
                <a:latin typeface="Aptos"/>
                <a:ea typeface="Aptos"/>
                <a:cs typeface="Aptos"/>
              </a:defRPr>
            </a:pPr>
            <a:r>
              <a:rPr sz="750" b="1">
                <a:solidFill>
                  <a:srgbClr val="050505"/>
                </a:solidFill>
                <a:latin typeface="Aptos"/>
                <a:ea typeface="Aptos"/>
                <a:cs typeface="Aptos"/>
              </a:rPr>
              <a:t>Normalize</a:t>
            </a:r>
          </a:p>
        </p:txBody>
      </p:sp>
      <p:sp>
        <p:nvSpPr>
          <p:cNvPr id="11" name="">
            <a:extLst xmlns:a="http://schemas.openxmlformats.org/drawingml/2006/main">
              <a:ext uri="{FF2B5EF4-FFF2-40B4-BE49-F238E27FC236}">
                <a16:creationId xmlns:a16="http://schemas.microsoft.com/office/drawing/2014/main" id="{0978B20C-F9A6-45F9-AFF2-6981F7C30797}"/>
              </a:ext>
            </a:extLst>
          </p:cNvPr>
          <p:cNvSpPr>
            <a:spLocks xmlns:a="http://schemas.openxmlformats.org/drawingml/2006/main" noGrp="1"/>
          </p:cNvSpPr>
          <p:nvPr/>
        </p:nvSpPr>
        <p:spPr>
          <a:xfrm xmlns:a="http://schemas.openxmlformats.org/drawingml/2006/main">
            <a:off x="2990850" y="4038600"/>
            <a:ext cx="990600" cy="381000"/>
          </a:xfrm>
          <a:prstGeom xmlns:a="http://schemas.openxmlformats.org/drawingml/2006/main" prst="roundRect">
            <a:avLst>
              <a:gd name="adj" fmla="val 20000"/>
            </a:avLst>
          </a:prstGeom>
          <a:solidFill xmlns:a="http://schemas.openxmlformats.org/drawingml/2006/main">
            <a:srgbClr val="FFFFFF"/>
          </a:solidFill>
          <a:ln xmlns:a="http://schemas.openxmlformats.org/drawingml/2006/main" w="9525">
            <a:solidFill>
              <a:srgbClr val="E0DFDD"/>
            </a:solidFill>
            <a:prstDash val="solid"/>
          </a:ln>
        </p:spPr>
      </p:sp>
      <p:sp>
        <p:nvSpPr>
          <p:cNvPr id="12" name="">
            <a:extLst xmlns:a="http://schemas.openxmlformats.org/drawingml/2006/main">
              <a:ext uri="{FF2B5EF4-FFF2-40B4-BE49-F238E27FC236}">
                <a16:creationId xmlns:a16="http://schemas.microsoft.com/office/drawing/2014/main" id="{44D5A719-32E7-4AB5-B594-1D764572C081}"/>
              </a:ext>
            </a:extLst>
          </p:cNvPr>
          <p:cNvSpPr>
            <a:spLocks xmlns:a="http://schemas.openxmlformats.org/drawingml/2006/main" noGrp="1"/>
          </p:cNvSpPr>
          <p:nvPr/>
        </p:nvSpPr>
        <p:spPr>
          <a:xfrm xmlns:a="http://schemas.openxmlformats.org/drawingml/2006/main">
            <a:off x="3105150" y="4152900"/>
            <a:ext cx="762000" cy="1143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750" b="1">
                <a:solidFill>
                  <a:srgbClr val="050505"/>
                </a:solidFill>
                <a:latin typeface="Aptos"/>
                <a:ea typeface="Aptos"/>
                <a:cs typeface="Aptos"/>
              </a:defRPr>
            </a:pPr>
            <a:r>
              <a:rPr sz="750" b="1">
                <a:solidFill>
                  <a:srgbClr val="050505"/>
                </a:solidFill>
                <a:latin typeface="Aptos"/>
                <a:ea typeface="Aptos"/>
                <a:cs typeface="Aptos"/>
              </a:rPr>
              <a:t>Replay</a:t>
            </a:r>
          </a:p>
        </p:txBody>
      </p:sp>
      <p:sp>
        <p:nvSpPr>
          <p:cNvPr id="13" name="">
            <a:extLst xmlns:a="http://schemas.openxmlformats.org/drawingml/2006/main">
              <a:ext uri="{FF2B5EF4-FFF2-40B4-BE49-F238E27FC236}">
                <a16:creationId xmlns:a16="http://schemas.microsoft.com/office/drawing/2014/main" id="{1C96B90D-95AE-4267-8C66-F951D17D8D55}"/>
              </a:ext>
            </a:extLst>
          </p:cNvPr>
          <p:cNvSpPr>
            <a:spLocks xmlns:a="http://schemas.openxmlformats.org/drawingml/2006/main" noGrp="1"/>
          </p:cNvSpPr>
          <p:nvPr/>
        </p:nvSpPr>
        <p:spPr>
          <a:xfrm xmlns:a="http://schemas.openxmlformats.org/drawingml/2006/main">
            <a:off x="4210050" y="4038600"/>
            <a:ext cx="990600" cy="381000"/>
          </a:xfrm>
          <a:prstGeom xmlns:a="http://schemas.openxmlformats.org/drawingml/2006/main" prst="roundRect">
            <a:avLst>
              <a:gd name="adj" fmla="val 20000"/>
            </a:avLst>
          </a:prstGeom>
          <a:solidFill xmlns:a="http://schemas.openxmlformats.org/drawingml/2006/main">
            <a:srgbClr val="FFFFFF"/>
          </a:solidFill>
          <a:ln xmlns:a="http://schemas.openxmlformats.org/drawingml/2006/main" w="9525">
            <a:solidFill>
              <a:srgbClr val="E0DFDD"/>
            </a:solidFill>
            <a:prstDash val="solid"/>
          </a:ln>
        </p:spPr>
      </p:sp>
      <p:sp>
        <p:nvSpPr>
          <p:cNvPr id="14" name="">
            <a:extLst xmlns:a="http://schemas.openxmlformats.org/drawingml/2006/main">
              <a:ext uri="{FF2B5EF4-FFF2-40B4-BE49-F238E27FC236}">
                <a16:creationId xmlns:a16="http://schemas.microsoft.com/office/drawing/2014/main" id="{6C6B4764-3BFB-4529-8B37-21991C000A2C}"/>
              </a:ext>
            </a:extLst>
          </p:cNvPr>
          <p:cNvSpPr>
            <a:spLocks xmlns:a="http://schemas.openxmlformats.org/drawingml/2006/main" noGrp="1"/>
          </p:cNvSpPr>
          <p:nvPr/>
        </p:nvSpPr>
        <p:spPr>
          <a:xfrm xmlns:a="http://schemas.openxmlformats.org/drawingml/2006/main">
            <a:off x="4324350" y="4152900"/>
            <a:ext cx="762000" cy="1143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750" b="1">
                <a:solidFill>
                  <a:srgbClr val="050505"/>
                </a:solidFill>
                <a:latin typeface="Aptos"/>
                <a:ea typeface="Aptos"/>
                <a:cs typeface="Aptos"/>
              </a:defRPr>
            </a:pPr>
            <a:r>
              <a:rPr sz="750" b="1">
                <a:solidFill>
                  <a:srgbClr val="050505"/>
                </a:solidFill>
                <a:latin typeface="Aptos"/>
                <a:ea typeface="Aptos"/>
                <a:cs typeface="Aptos"/>
              </a:rPr>
              <a:t>Review</a:t>
            </a:r>
          </a:p>
        </p:txBody>
      </p:sp>
      <p:sp>
        <p:nvSpPr>
          <p:cNvPr id="15" name="">
            <a:extLst xmlns:a="http://schemas.openxmlformats.org/drawingml/2006/main">
              <a:ext uri="{FF2B5EF4-FFF2-40B4-BE49-F238E27FC236}">
                <a16:creationId xmlns:a16="http://schemas.microsoft.com/office/drawing/2014/main" id="{9482D0BB-5C04-4EE7-B47F-67D2944A171B}"/>
              </a:ext>
            </a:extLst>
          </p:cNvPr>
          <p:cNvSpPr>
            <a:spLocks xmlns:a="http://schemas.openxmlformats.org/drawingml/2006/main" noGrp="1"/>
          </p:cNvSpPr>
          <p:nvPr/>
        </p:nvSpPr>
        <p:spPr>
          <a:xfrm xmlns:a="http://schemas.openxmlformats.org/drawingml/2006/main">
            <a:off x="6115050" y="685800"/>
            <a:ext cx="5524500" cy="5000625"/>
          </a:xfrm>
          <a:prstGeom xmlns:a="http://schemas.openxmlformats.org/drawingml/2006/main" prst="roundRect">
            <a:avLst>
              <a:gd name="adj" fmla="val 1524"/>
            </a:avLst>
          </a:prstGeom>
          <a:solidFill xmlns:a="http://schemas.openxmlformats.org/drawingml/2006/main">
            <a:srgbClr val="050505"/>
          </a:solidFill>
          <a:ln xmlns:a="http://schemas.openxmlformats.org/drawingml/2006/main" w="9525">
            <a:solidFill>
              <a:srgbClr val="111111"/>
            </a:solidFill>
            <a:prstDash val="solid"/>
          </a:ln>
        </p:spPr>
      </p:sp>
      <p:sp>
        <p:nvSpPr>
          <p:cNvPr id="16" name="">
            <a:extLst xmlns:a="http://schemas.openxmlformats.org/drawingml/2006/main">
              <a:ext uri="{FF2B5EF4-FFF2-40B4-BE49-F238E27FC236}">
                <a16:creationId xmlns:a16="http://schemas.microsoft.com/office/drawing/2014/main" id="{5C2761CA-8843-4A16-9450-21B66E19471D}"/>
              </a:ext>
            </a:extLst>
          </p:cNvPr>
          <p:cNvSpPr>
            <a:spLocks xmlns:a="http://schemas.openxmlformats.org/drawingml/2006/main" noGrp="1"/>
          </p:cNvSpPr>
          <p:nvPr/>
        </p:nvSpPr>
        <p:spPr>
          <a:xfrm xmlns:a="http://schemas.openxmlformats.org/drawingml/2006/main">
            <a:off x="6286500" y="857250"/>
            <a:ext cx="76200" cy="76200"/>
          </a:xfrm>
          <a:prstGeom xmlns:a="http://schemas.openxmlformats.org/drawingml/2006/main" prst="ellipse">
            <a:avLst/>
          </a:prstGeom>
          <a:solidFill xmlns:a="http://schemas.openxmlformats.org/drawingml/2006/main">
            <a:srgbClr val="F41A2F"/>
          </a:solidFill>
          <a:ln xmlns:a="http://schemas.openxmlformats.org/drawingml/2006/main" w="0">
            <a:solidFill>
              <a:srgbClr val="000000">
                <a:alpha val="0"/>
              </a:srgbClr>
            </a:solidFill>
            <a:prstDash val="solid"/>
          </a:ln>
        </p:spPr>
      </p:sp>
      <p:sp>
        <p:nvSpPr>
          <p:cNvPr id="17" name="">
            <a:extLst xmlns:a="http://schemas.openxmlformats.org/drawingml/2006/main">
              <a:ext uri="{FF2B5EF4-FFF2-40B4-BE49-F238E27FC236}">
                <a16:creationId xmlns:a16="http://schemas.microsoft.com/office/drawing/2014/main" id="{D1FB28E2-8472-44A4-999D-7F3D702EA5B4}"/>
              </a:ext>
            </a:extLst>
          </p:cNvPr>
          <p:cNvSpPr>
            <a:spLocks xmlns:a="http://schemas.openxmlformats.org/drawingml/2006/main" noGrp="1"/>
          </p:cNvSpPr>
          <p:nvPr/>
        </p:nvSpPr>
        <p:spPr>
          <a:xfrm xmlns:a="http://schemas.openxmlformats.org/drawingml/2006/main">
            <a:off x="6438900" y="857250"/>
            <a:ext cx="76200" cy="76200"/>
          </a:xfrm>
          <a:prstGeom xmlns:a="http://schemas.openxmlformats.org/drawingml/2006/main" prst="ellipse">
            <a:avLst/>
          </a:prstGeom>
          <a:solidFill xmlns:a="http://schemas.openxmlformats.org/drawingml/2006/main">
            <a:srgbClr val="F59E0B"/>
          </a:solidFill>
          <a:ln xmlns:a="http://schemas.openxmlformats.org/drawingml/2006/main" w="0">
            <a:solidFill>
              <a:srgbClr val="000000">
                <a:alpha val="0"/>
              </a:srgbClr>
            </a:solidFill>
            <a:prstDash val="solid"/>
          </a:ln>
        </p:spPr>
      </p:sp>
      <p:sp>
        <p:nvSpPr>
          <p:cNvPr id="18" name="">
            <a:extLst xmlns:a="http://schemas.openxmlformats.org/drawingml/2006/main">
              <a:ext uri="{FF2B5EF4-FFF2-40B4-BE49-F238E27FC236}">
                <a16:creationId xmlns:a16="http://schemas.microsoft.com/office/drawing/2014/main" id="{EB0ED16F-B3CB-4CC0-AACD-A2DDA6870080}"/>
              </a:ext>
            </a:extLst>
          </p:cNvPr>
          <p:cNvSpPr>
            <a:spLocks xmlns:a="http://schemas.openxmlformats.org/drawingml/2006/main" noGrp="1"/>
          </p:cNvSpPr>
          <p:nvPr/>
        </p:nvSpPr>
        <p:spPr>
          <a:xfrm xmlns:a="http://schemas.openxmlformats.org/drawingml/2006/main">
            <a:off x="6591300" y="857250"/>
            <a:ext cx="76200" cy="76200"/>
          </a:xfrm>
          <a:prstGeom xmlns:a="http://schemas.openxmlformats.org/drawingml/2006/main" prst="ellipse">
            <a:avLst/>
          </a:prstGeom>
          <a:solidFill xmlns:a="http://schemas.openxmlformats.org/drawingml/2006/main">
            <a:srgbClr val="16A34A"/>
          </a:solidFill>
          <a:ln xmlns:a="http://schemas.openxmlformats.org/drawingml/2006/main" w="0">
            <a:solidFill>
              <a:srgbClr val="000000">
                <a:alpha val="0"/>
              </a:srgbClr>
            </a:solidFill>
            <a:prstDash val="solid"/>
          </a:ln>
        </p:spPr>
      </p:sp>
      <p:sp>
        <p:nvSpPr>
          <p:cNvPr id="19" name="">
            <a:extLst xmlns:a="http://schemas.openxmlformats.org/drawingml/2006/main">
              <a:ext uri="{FF2B5EF4-FFF2-40B4-BE49-F238E27FC236}">
                <a16:creationId xmlns:a16="http://schemas.microsoft.com/office/drawing/2014/main" id="{C69B9661-20CC-4873-BE75-E7449C947BB2}"/>
              </a:ext>
            </a:extLst>
          </p:cNvPr>
          <p:cNvSpPr>
            <a:spLocks xmlns:a="http://schemas.openxmlformats.org/drawingml/2006/main" noGrp="1"/>
          </p:cNvSpPr>
          <p:nvPr/>
        </p:nvSpPr>
        <p:spPr>
          <a:xfrm xmlns:a="http://schemas.openxmlformats.org/drawingml/2006/main">
            <a:off x="10287000" y="819150"/>
            <a:ext cx="104775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r">
              <a:defRPr sz="675" b="1">
                <a:solidFill>
                  <a:srgbClr val="FFFFFF"/>
                </a:solidFill>
                <a:latin typeface="Aptos"/>
                <a:ea typeface="Aptos"/>
                <a:cs typeface="Aptos"/>
              </a:defRPr>
            </a:pPr>
            <a:r>
              <a:rPr sz="675" b="1">
                <a:solidFill>
                  <a:srgbClr val="FFFFFF"/>
                </a:solidFill>
                <a:latin typeface="Aptos"/>
                <a:ea typeface="Aptos"/>
                <a:cs typeface="Aptos"/>
              </a:rPr>
              <a:t>SESSION REPLAY</a:t>
            </a:r>
          </a:p>
        </p:txBody>
      </p:sp>
      <p:sp>
        <p:nvSpPr>
          <p:cNvPr id="20" name="">
            <a:extLst xmlns:a="http://schemas.openxmlformats.org/drawingml/2006/main">
              <a:ext uri="{FF2B5EF4-FFF2-40B4-BE49-F238E27FC236}">
                <a16:creationId xmlns:a16="http://schemas.microsoft.com/office/drawing/2014/main" id="{C58EFF80-5DE9-42E1-A5C4-78FB139736B8}"/>
              </a:ext>
            </a:extLst>
          </p:cNvPr>
          <p:cNvSpPr>
            <a:spLocks xmlns:a="http://schemas.openxmlformats.org/drawingml/2006/main" noGrp="1"/>
          </p:cNvSpPr>
          <p:nvPr/>
        </p:nvSpPr>
        <p:spPr>
          <a:xfrm xmlns:a="http://schemas.openxmlformats.org/drawingml/2006/main">
            <a:off x="6400800" y="1123950"/>
            <a:ext cx="276225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75" b="1">
                <a:solidFill>
                  <a:srgbClr val="FFFFFF"/>
                </a:solidFill>
                <a:latin typeface="Aptos"/>
                <a:ea typeface="Aptos"/>
                <a:cs typeface="Aptos"/>
              </a:defRPr>
            </a:pPr>
            <a:r>
              <a:rPr sz="975" b="1">
                <a:solidFill>
                  <a:srgbClr val="FFFFFF"/>
                </a:solidFill>
                <a:latin typeface="Aptos"/>
                <a:ea typeface="Aptos"/>
                <a:cs typeface="Aptos"/>
              </a:rPr>
              <a:t>Implement JWT auth with refresh token</a:t>
            </a:r>
          </a:p>
        </p:txBody>
      </p:sp>
      <p:sp>
        <p:nvSpPr>
          <p:cNvPr id="21" name="">
            <a:extLst xmlns:a="http://schemas.openxmlformats.org/drawingml/2006/main">
              <a:ext uri="{FF2B5EF4-FFF2-40B4-BE49-F238E27FC236}">
                <a16:creationId xmlns:a16="http://schemas.microsoft.com/office/drawing/2014/main" id="{A190FFFF-4A90-44C9-A928-FC4AC94CE8BB}"/>
              </a:ext>
            </a:extLst>
          </p:cNvPr>
          <p:cNvSpPr>
            <a:spLocks xmlns:a="http://schemas.openxmlformats.org/drawingml/2006/main" noGrp="1"/>
          </p:cNvSpPr>
          <p:nvPr/>
        </p:nvSpPr>
        <p:spPr>
          <a:xfrm xmlns:a="http://schemas.openxmlformats.org/drawingml/2006/main">
            <a:off x="10229850" y="1076325"/>
            <a:ext cx="1009650" cy="285750"/>
          </a:xfrm>
          <a:prstGeom xmlns:a="http://schemas.openxmlformats.org/drawingml/2006/main" prst="roundRect">
            <a:avLst>
              <a:gd name="adj" fmla="val 26667"/>
            </a:avLst>
          </a:prstGeom>
          <a:solidFill xmlns:a="http://schemas.openxmlformats.org/drawingml/2006/main">
            <a:srgbClr val="24090D"/>
          </a:solidFill>
          <a:ln xmlns:a="http://schemas.openxmlformats.org/drawingml/2006/main" w="9525">
            <a:solidFill>
              <a:srgbClr val="4A1118"/>
            </a:solidFill>
            <a:prstDash val="solid"/>
          </a:ln>
        </p:spPr>
      </p:sp>
      <p:sp>
        <p:nvSpPr>
          <p:cNvPr id="22" name="">
            <a:extLst xmlns:a="http://schemas.openxmlformats.org/drawingml/2006/main">
              <a:ext uri="{FF2B5EF4-FFF2-40B4-BE49-F238E27FC236}">
                <a16:creationId xmlns:a16="http://schemas.microsoft.com/office/drawing/2014/main" id="{4EEC62B4-B1F0-4EC3-9DE3-0DA0720B91E1}"/>
              </a:ext>
            </a:extLst>
          </p:cNvPr>
          <p:cNvSpPr>
            <a:spLocks xmlns:a="http://schemas.openxmlformats.org/drawingml/2006/main" noGrp="1"/>
          </p:cNvSpPr>
          <p:nvPr/>
        </p:nvSpPr>
        <p:spPr>
          <a:xfrm xmlns:a="http://schemas.openxmlformats.org/drawingml/2006/main">
            <a:off x="10363200" y="1181100"/>
            <a:ext cx="76200" cy="76200"/>
          </a:xfrm>
          <a:prstGeom xmlns:a="http://schemas.openxmlformats.org/drawingml/2006/main" prst="ellipse">
            <a:avLst/>
          </a:prstGeom>
          <a:solidFill xmlns:a="http://schemas.openxmlformats.org/drawingml/2006/main">
            <a:srgbClr val="F41A2F"/>
          </a:solidFill>
          <a:ln xmlns:a="http://schemas.openxmlformats.org/drawingml/2006/main" w="0">
            <a:solidFill>
              <a:srgbClr val="000000">
                <a:alpha val="0"/>
              </a:srgbClr>
            </a:solidFill>
            <a:prstDash val="solid"/>
          </a:ln>
        </p:spPr>
      </p:sp>
      <p:sp>
        <p:nvSpPr>
          <p:cNvPr id="23" name="">
            <a:extLst xmlns:a="http://schemas.openxmlformats.org/drawingml/2006/main">
              <a:ext uri="{FF2B5EF4-FFF2-40B4-BE49-F238E27FC236}">
                <a16:creationId xmlns:a16="http://schemas.microsoft.com/office/drawing/2014/main" id="{5A85FA1B-AAE4-4484-8073-557271F0003F}"/>
              </a:ext>
            </a:extLst>
          </p:cNvPr>
          <p:cNvSpPr>
            <a:spLocks xmlns:a="http://schemas.openxmlformats.org/drawingml/2006/main" noGrp="1"/>
          </p:cNvSpPr>
          <p:nvPr/>
        </p:nvSpPr>
        <p:spPr>
          <a:xfrm xmlns:a="http://schemas.openxmlformats.org/drawingml/2006/main">
            <a:off x="10515600" y="1143000"/>
            <a:ext cx="628650" cy="1333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ctr"/>
          <a:lstStyle xmlns:a="http://schemas.openxmlformats.org/drawingml/2006/main"/>
          <a:p xmlns:a="http://schemas.openxmlformats.org/drawingml/2006/main">
            <a:pPr algn="l">
              <a:defRPr sz="713" b="1">
                <a:solidFill>
                  <a:srgbClr val="FFFFFF"/>
                </a:solidFill>
                <a:latin typeface="Aptos"/>
                <a:ea typeface="Aptos"/>
                <a:cs typeface="Aptos"/>
              </a:defRPr>
            </a:pPr>
            <a:r>
              <a:rPr sz="713" b="1">
                <a:solidFill>
                  <a:srgbClr val="FFFFFF"/>
                </a:solidFill>
                <a:latin typeface="Aptos"/>
                <a:ea typeface="Aptos"/>
                <a:cs typeface="Aptos"/>
              </a:rPr>
              <a:t>RECORDING</a:t>
            </a:r>
          </a:p>
        </p:txBody>
      </p:sp>
      <p:sp>
        <p:nvSpPr>
          <p:cNvPr id="24" name="">
            <a:extLst xmlns:a="http://schemas.openxmlformats.org/drawingml/2006/main">
              <a:ext uri="{FF2B5EF4-FFF2-40B4-BE49-F238E27FC236}">
                <a16:creationId xmlns:a16="http://schemas.microsoft.com/office/drawing/2014/main" id="{C95662E0-2182-4CC6-812E-AAA8E18BD556}"/>
              </a:ext>
            </a:extLst>
          </p:cNvPr>
          <p:cNvSpPr>
            <a:spLocks xmlns:a="http://schemas.openxmlformats.org/drawingml/2006/main" noGrp="1"/>
          </p:cNvSpPr>
          <p:nvPr/>
        </p:nvSpPr>
        <p:spPr>
          <a:xfrm xmlns:a="http://schemas.openxmlformats.org/drawingml/2006/main">
            <a:off x="6400800" y="1485900"/>
            <a:ext cx="3333750" cy="2247900"/>
          </a:xfrm>
          <a:prstGeom xmlns:a="http://schemas.openxmlformats.org/drawingml/2006/main" prst="roundRect">
            <a:avLst>
              <a:gd name="adj" fmla="val 3390"/>
            </a:avLst>
          </a:prstGeom>
          <a:solidFill xmlns:a="http://schemas.openxmlformats.org/drawingml/2006/main">
            <a:srgbClr val="141414"/>
          </a:solidFill>
          <a:ln xmlns:a="http://schemas.openxmlformats.org/drawingml/2006/main" w="9525">
            <a:solidFill>
              <a:srgbClr val="2A2A2A"/>
            </a:solidFill>
            <a:prstDash val="solid"/>
          </a:ln>
        </p:spPr>
      </p:sp>
      <p:sp>
        <p:nvSpPr>
          <p:cNvPr id="25" name="">
            <a:extLst xmlns:a="http://schemas.openxmlformats.org/drawingml/2006/main">
              <a:ext uri="{FF2B5EF4-FFF2-40B4-BE49-F238E27FC236}">
                <a16:creationId xmlns:a16="http://schemas.microsoft.com/office/drawing/2014/main" id="{1A20A836-271F-413A-8D0A-5EF44C5E8FEE}"/>
              </a:ext>
            </a:extLst>
          </p:cNvPr>
          <p:cNvSpPr>
            <a:spLocks xmlns:a="http://schemas.openxmlformats.org/drawingml/2006/main" noGrp="1"/>
          </p:cNvSpPr>
          <p:nvPr/>
        </p:nvSpPr>
        <p:spPr>
          <a:xfrm xmlns:a="http://schemas.openxmlformats.org/drawingml/2006/main">
            <a:off x="6610350" y="1733550"/>
            <a:ext cx="161925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825" b="0">
                <a:solidFill>
                  <a:srgbClr val="FFFFFF"/>
                </a:solidFill>
                <a:latin typeface="Aptos Mono"/>
                <a:ea typeface="Aptos Mono"/>
                <a:cs typeface="Aptos Mono"/>
              </a:defRPr>
            </a:pPr>
            <a:r>
              <a:rPr sz="825" b="0">
                <a:solidFill>
                  <a:srgbClr val="FFFFFF"/>
                </a:solidFill>
                <a:latin typeface="Aptos Mono"/>
                <a:ea typeface="Aptos Mono"/>
                <a:cs typeface="Aptos Mono"/>
              </a:rPr>
              <a:t>$ bun test auth</a:t>
            </a:r>
          </a:p>
        </p:txBody>
      </p:sp>
      <p:sp>
        <p:nvSpPr>
          <p:cNvPr id="26" name="">
            <a:extLst xmlns:a="http://schemas.openxmlformats.org/drawingml/2006/main">
              <a:ext uri="{FF2B5EF4-FFF2-40B4-BE49-F238E27FC236}">
                <a16:creationId xmlns:a16="http://schemas.microsoft.com/office/drawing/2014/main" id="{256FC05E-30D8-4624-8942-E90BD4F6E23E}"/>
              </a:ext>
            </a:extLst>
          </p:cNvPr>
          <p:cNvSpPr>
            <a:spLocks xmlns:a="http://schemas.openxmlformats.org/drawingml/2006/main" noGrp="1"/>
          </p:cNvSpPr>
          <p:nvPr/>
        </p:nvSpPr>
        <p:spPr>
          <a:xfrm xmlns:a="http://schemas.openxmlformats.org/drawingml/2006/main">
            <a:off x="6610350" y="2114550"/>
            <a:ext cx="180975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750" b="0">
                <a:solidFill>
                  <a:srgbClr val="FCA5A5"/>
                </a:solidFill>
                <a:latin typeface="Aptos Mono"/>
                <a:ea typeface="Aptos Mono"/>
                <a:cs typeface="Aptos Mono"/>
              </a:defRPr>
            </a:pPr>
            <a:r>
              <a:rPr sz="750" b="0">
                <a:solidFill>
                  <a:srgbClr val="FCA5A5"/>
                </a:solidFill>
                <a:latin typeface="Aptos Mono"/>
                <a:ea typeface="Aptos Mono"/>
                <a:cs typeface="Aptos Mono"/>
              </a:rPr>
              <a:t>FAIL refresh-token.test.ts</a:t>
            </a:r>
          </a:p>
        </p:txBody>
      </p:sp>
      <p:sp>
        <p:nvSpPr>
          <p:cNvPr id="27" name="">
            <a:extLst xmlns:a="http://schemas.openxmlformats.org/drawingml/2006/main">
              <a:ext uri="{FF2B5EF4-FFF2-40B4-BE49-F238E27FC236}">
                <a16:creationId xmlns:a16="http://schemas.microsoft.com/office/drawing/2014/main" id="{E21A65ED-73E5-44AF-A013-08F6888F4E93}"/>
              </a:ext>
            </a:extLst>
          </p:cNvPr>
          <p:cNvSpPr>
            <a:spLocks xmlns:a="http://schemas.openxmlformats.org/drawingml/2006/main" noGrp="1"/>
          </p:cNvSpPr>
          <p:nvPr/>
        </p:nvSpPr>
        <p:spPr>
          <a:xfrm xmlns:a="http://schemas.openxmlformats.org/drawingml/2006/main">
            <a:off x="6610350" y="2495550"/>
            <a:ext cx="200025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750" b="0">
                <a:solidFill>
                  <a:srgbClr val="FBBF24"/>
                </a:solidFill>
                <a:latin typeface="Aptos Mono"/>
                <a:ea typeface="Aptos Mono"/>
                <a:cs typeface="Aptos Mono"/>
              </a:defRPr>
            </a:pPr>
            <a:r>
              <a:rPr sz="750" b="0">
                <a:solidFill>
                  <a:srgbClr val="FBBF24"/>
                </a:solidFill>
                <a:latin typeface="Aptos Mono"/>
                <a:ea typeface="Aptos Mono"/>
                <a:cs typeface="Aptos Mono"/>
              </a:rPr>
              <a:t>Agent retries same failing path</a:t>
            </a:r>
          </a:p>
        </p:txBody>
      </p:sp>
      <p:sp>
        <p:nvSpPr>
          <p:cNvPr id="28" name="">
            <a:extLst xmlns:a="http://schemas.openxmlformats.org/drawingml/2006/main">
              <a:ext uri="{FF2B5EF4-FFF2-40B4-BE49-F238E27FC236}">
                <a16:creationId xmlns:a16="http://schemas.microsoft.com/office/drawing/2014/main" id="{408AEC4C-57EE-4CD7-B15A-EC6949FEF776}"/>
              </a:ext>
            </a:extLst>
          </p:cNvPr>
          <p:cNvSpPr>
            <a:spLocks xmlns:a="http://schemas.openxmlformats.org/drawingml/2006/main" noGrp="1"/>
          </p:cNvSpPr>
          <p:nvPr/>
        </p:nvSpPr>
        <p:spPr>
          <a:xfrm xmlns:a="http://schemas.openxmlformats.org/drawingml/2006/main">
            <a:off x="6610350" y="3067050"/>
            <a:ext cx="180975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750" b="0">
                <a:solidFill>
                  <a:srgbClr val="86EFAC"/>
                </a:solidFill>
                <a:latin typeface="Aptos Mono"/>
                <a:ea typeface="Aptos Mono"/>
                <a:cs typeface="Aptos Mono"/>
              </a:defRPr>
            </a:pPr>
            <a:r>
              <a:rPr sz="750" b="0">
                <a:solidFill>
                  <a:srgbClr val="86EFAC"/>
                </a:solidFill>
                <a:latin typeface="Aptos Mono"/>
                <a:ea typeface="Aptos Mono"/>
                <a:cs typeface="Aptos Mono"/>
              </a:rPr>
              <a:t>PASS auth/session.test.ts</a:t>
            </a:r>
          </a:p>
        </p:txBody>
      </p:sp>
      <p:sp>
        <p:nvSpPr>
          <p:cNvPr id="29" name="">
            <a:extLst xmlns:a="http://schemas.openxmlformats.org/drawingml/2006/main">
              <a:ext uri="{FF2B5EF4-FFF2-40B4-BE49-F238E27FC236}">
                <a16:creationId xmlns:a16="http://schemas.microsoft.com/office/drawing/2014/main" id="{CCBCBEB3-DA75-4FC7-A66D-CC3FA1D3D5C3}"/>
              </a:ext>
            </a:extLst>
          </p:cNvPr>
          <p:cNvSpPr>
            <a:spLocks xmlns:a="http://schemas.openxmlformats.org/drawingml/2006/main" noGrp="1"/>
          </p:cNvSpPr>
          <p:nvPr/>
        </p:nvSpPr>
        <p:spPr>
          <a:xfrm xmlns:a="http://schemas.openxmlformats.org/drawingml/2006/main">
            <a:off x="9944100" y="1485900"/>
            <a:ext cx="1409700" cy="2247900"/>
          </a:xfrm>
          <a:prstGeom xmlns:a="http://schemas.openxmlformats.org/drawingml/2006/main" prst="roundRect">
            <a:avLst>
              <a:gd name="adj" fmla="val 5405"/>
            </a:avLst>
          </a:prstGeom>
          <a:solidFill xmlns:a="http://schemas.openxmlformats.org/drawingml/2006/main">
            <a:srgbClr val="FFFFFF"/>
          </a:solidFill>
          <a:ln xmlns:a="http://schemas.openxmlformats.org/drawingml/2006/main" w="0">
            <a:solidFill>
              <a:srgbClr val="000000">
                <a:alpha val="0"/>
              </a:srgbClr>
            </a:solidFill>
            <a:prstDash val="solid"/>
          </a:ln>
        </p:spPr>
      </p:sp>
      <p:sp>
        <p:nvSpPr>
          <p:cNvPr id="30" name="">
            <a:extLst xmlns:a="http://schemas.openxmlformats.org/drawingml/2006/main">
              <a:ext uri="{FF2B5EF4-FFF2-40B4-BE49-F238E27FC236}">
                <a16:creationId xmlns:a16="http://schemas.microsoft.com/office/drawing/2014/main" id="{E3EDBA7C-E8CE-44CC-B2A1-D604D645CD1A}"/>
              </a:ext>
            </a:extLst>
          </p:cNvPr>
          <p:cNvSpPr>
            <a:spLocks xmlns:a="http://schemas.openxmlformats.org/drawingml/2006/main" noGrp="1"/>
          </p:cNvSpPr>
          <p:nvPr/>
        </p:nvSpPr>
        <p:spPr>
          <a:xfrm xmlns:a="http://schemas.openxmlformats.org/drawingml/2006/main">
            <a:off x="10096500" y="1657350"/>
            <a:ext cx="1047750" cy="1524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750" b="1">
                <a:solidFill>
                  <a:srgbClr val="050505"/>
                </a:solidFill>
                <a:latin typeface="Aptos"/>
                <a:ea typeface="Aptos"/>
                <a:cs typeface="Aptos"/>
              </a:defRPr>
            </a:pPr>
            <a:r>
              <a:rPr sz="750" b="1">
                <a:solidFill>
                  <a:srgbClr val="050505"/>
                </a:solidFill>
                <a:latin typeface="Aptos"/>
                <a:ea typeface="Aptos"/>
                <a:cs typeface="Aptos"/>
              </a:rPr>
              <a:t>Needs Review</a:t>
            </a:r>
          </a:p>
        </p:txBody>
      </p:sp>
      <p:sp>
        <p:nvSpPr>
          <p:cNvPr id="31" name="">
            <a:extLst xmlns:a="http://schemas.openxmlformats.org/drawingml/2006/main">
              <a:ext uri="{FF2B5EF4-FFF2-40B4-BE49-F238E27FC236}">
                <a16:creationId xmlns:a16="http://schemas.microsoft.com/office/drawing/2014/main" id="{A98E3726-B771-4859-9AF0-B582B1B1D187}"/>
              </a:ext>
            </a:extLst>
          </p:cNvPr>
          <p:cNvSpPr>
            <a:spLocks xmlns:a="http://schemas.openxmlformats.org/drawingml/2006/main" noGrp="1"/>
          </p:cNvSpPr>
          <p:nvPr/>
        </p:nvSpPr>
        <p:spPr>
          <a:xfrm xmlns:a="http://schemas.openxmlformats.org/drawingml/2006/main">
            <a:off x="10096500" y="1952625"/>
            <a:ext cx="76200" cy="76200"/>
          </a:xfrm>
          <a:prstGeom xmlns:a="http://schemas.openxmlformats.org/drawingml/2006/main" prst="ellipse">
            <a:avLst/>
          </a:prstGeom>
          <a:solidFill xmlns:a="http://schemas.openxmlformats.org/drawingml/2006/main">
            <a:srgbClr val="F41A2F"/>
          </a:solidFill>
          <a:ln xmlns:a="http://schemas.openxmlformats.org/drawingml/2006/main" w="0">
            <a:solidFill>
              <a:srgbClr val="000000">
                <a:alpha val="0"/>
              </a:srgbClr>
            </a:solidFill>
            <a:prstDash val="solid"/>
          </a:ln>
        </p:spPr>
      </p:sp>
      <p:sp>
        <p:nvSpPr>
          <p:cNvPr id="32" name="">
            <a:extLst xmlns:a="http://schemas.openxmlformats.org/drawingml/2006/main">
              <a:ext uri="{FF2B5EF4-FFF2-40B4-BE49-F238E27FC236}">
                <a16:creationId xmlns:a16="http://schemas.microsoft.com/office/drawing/2014/main" id="{F8A632C7-BE84-4D09-A448-6C3D8293E725}"/>
              </a:ext>
            </a:extLst>
          </p:cNvPr>
          <p:cNvSpPr>
            <a:spLocks xmlns:a="http://schemas.openxmlformats.org/drawingml/2006/main" noGrp="1"/>
          </p:cNvSpPr>
          <p:nvPr/>
        </p:nvSpPr>
        <p:spPr>
          <a:xfrm xmlns:a="http://schemas.openxmlformats.org/drawingml/2006/main">
            <a:off x="10267950" y="1905000"/>
            <a:ext cx="91440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638" b="0">
                <a:solidFill>
                  <a:srgbClr val="44403C"/>
                </a:solidFill>
                <a:latin typeface="Aptos"/>
                <a:ea typeface="Aptos"/>
                <a:cs typeface="Aptos"/>
              </a:defRPr>
            </a:pPr>
            <a:r>
              <a:rPr sz="638" b="0">
                <a:solidFill>
                  <a:srgbClr val="44403C"/>
                </a:solidFill>
                <a:latin typeface="Aptos"/>
                <a:ea typeface="Aptos"/>
                <a:cs typeface="Aptos"/>
              </a:rPr>
              <a:t>Auth file changed</a:t>
            </a:r>
          </a:p>
        </p:txBody>
      </p:sp>
      <p:sp>
        <p:nvSpPr>
          <p:cNvPr id="33" name="">
            <a:extLst xmlns:a="http://schemas.openxmlformats.org/drawingml/2006/main">
              <a:ext uri="{FF2B5EF4-FFF2-40B4-BE49-F238E27FC236}">
                <a16:creationId xmlns:a16="http://schemas.microsoft.com/office/drawing/2014/main" id="{88C46DFF-E33E-4C9D-8EC4-D2CEFF2D2B16}"/>
              </a:ext>
            </a:extLst>
          </p:cNvPr>
          <p:cNvSpPr>
            <a:spLocks xmlns:a="http://schemas.openxmlformats.org/drawingml/2006/main" noGrp="1"/>
          </p:cNvSpPr>
          <p:nvPr/>
        </p:nvSpPr>
        <p:spPr>
          <a:xfrm xmlns:a="http://schemas.openxmlformats.org/drawingml/2006/main">
            <a:off x="10096500" y="2314575"/>
            <a:ext cx="76200" cy="76200"/>
          </a:xfrm>
          <a:prstGeom xmlns:a="http://schemas.openxmlformats.org/drawingml/2006/main" prst="ellipse">
            <a:avLst/>
          </a:prstGeom>
          <a:solidFill xmlns:a="http://schemas.openxmlformats.org/drawingml/2006/main">
            <a:srgbClr val="F59E0B"/>
          </a:solidFill>
          <a:ln xmlns:a="http://schemas.openxmlformats.org/drawingml/2006/main" w="0">
            <a:solidFill>
              <a:srgbClr val="000000">
                <a:alpha val="0"/>
              </a:srgbClr>
            </a:solidFill>
            <a:prstDash val="solid"/>
          </a:ln>
        </p:spPr>
      </p:sp>
      <p:sp>
        <p:nvSpPr>
          <p:cNvPr id="34" name="">
            <a:extLst xmlns:a="http://schemas.openxmlformats.org/drawingml/2006/main">
              <a:ext uri="{FF2B5EF4-FFF2-40B4-BE49-F238E27FC236}">
                <a16:creationId xmlns:a16="http://schemas.microsoft.com/office/drawing/2014/main" id="{A8DA1DAD-B0E9-495A-B60F-C9DD33CABBCA}"/>
              </a:ext>
            </a:extLst>
          </p:cNvPr>
          <p:cNvSpPr>
            <a:spLocks xmlns:a="http://schemas.openxmlformats.org/drawingml/2006/main" noGrp="1"/>
          </p:cNvSpPr>
          <p:nvPr/>
        </p:nvSpPr>
        <p:spPr>
          <a:xfrm xmlns:a="http://schemas.openxmlformats.org/drawingml/2006/main">
            <a:off x="10267950" y="2266950"/>
            <a:ext cx="91440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638" b="0">
                <a:solidFill>
                  <a:srgbClr val="44403C"/>
                </a:solidFill>
                <a:latin typeface="Aptos"/>
                <a:ea typeface="Aptos"/>
                <a:cs typeface="Aptos"/>
              </a:defRPr>
            </a:pPr>
            <a:r>
              <a:rPr sz="638" b="0">
                <a:solidFill>
                  <a:srgbClr val="44403C"/>
                </a:solidFill>
                <a:latin typeface="Aptos"/>
                <a:ea typeface="Aptos"/>
                <a:cs typeface="Aptos"/>
              </a:rPr>
              <a:t>Repeated retry</a:t>
            </a:r>
          </a:p>
        </p:txBody>
      </p:sp>
      <p:sp>
        <p:nvSpPr>
          <p:cNvPr id="35" name="">
            <a:extLst xmlns:a="http://schemas.openxmlformats.org/drawingml/2006/main">
              <a:ext uri="{FF2B5EF4-FFF2-40B4-BE49-F238E27FC236}">
                <a16:creationId xmlns:a16="http://schemas.microsoft.com/office/drawing/2014/main" id="{7DE23CFE-F686-4353-BD0A-2C9A8710E2D1}"/>
              </a:ext>
            </a:extLst>
          </p:cNvPr>
          <p:cNvSpPr>
            <a:spLocks xmlns:a="http://schemas.openxmlformats.org/drawingml/2006/main" noGrp="1"/>
          </p:cNvSpPr>
          <p:nvPr/>
        </p:nvSpPr>
        <p:spPr>
          <a:xfrm xmlns:a="http://schemas.openxmlformats.org/drawingml/2006/main">
            <a:off x="10096500" y="2676525"/>
            <a:ext cx="76200" cy="76200"/>
          </a:xfrm>
          <a:prstGeom xmlns:a="http://schemas.openxmlformats.org/drawingml/2006/main" prst="ellipse">
            <a:avLst/>
          </a:prstGeom>
          <a:solidFill xmlns:a="http://schemas.openxmlformats.org/drawingml/2006/main">
            <a:srgbClr val="16A34A"/>
          </a:solidFill>
          <a:ln xmlns:a="http://schemas.openxmlformats.org/drawingml/2006/main" w="0">
            <a:solidFill>
              <a:srgbClr val="000000">
                <a:alpha val="0"/>
              </a:srgbClr>
            </a:solidFill>
            <a:prstDash val="solid"/>
          </a:ln>
        </p:spPr>
      </p:sp>
      <p:sp>
        <p:nvSpPr>
          <p:cNvPr id="36" name="">
            <a:extLst xmlns:a="http://schemas.openxmlformats.org/drawingml/2006/main">
              <a:ext uri="{FF2B5EF4-FFF2-40B4-BE49-F238E27FC236}">
                <a16:creationId xmlns:a16="http://schemas.microsoft.com/office/drawing/2014/main" id="{6876478F-7DB0-4BD7-83E6-F7C7A5EADC0D}"/>
              </a:ext>
            </a:extLst>
          </p:cNvPr>
          <p:cNvSpPr>
            <a:spLocks xmlns:a="http://schemas.openxmlformats.org/drawingml/2006/main" noGrp="1"/>
          </p:cNvSpPr>
          <p:nvPr/>
        </p:nvSpPr>
        <p:spPr>
          <a:xfrm xmlns:a="http://schemas.openxmlformats.org/drawingml/2006/main">
            <a:off x="10267950" y="2628900"/>
            <a:ext cx="91440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638" b="0">
                <a:solidFill>
                  <a:srgbClr val="44403C"/>
                </a:solidFill>
                <a:latin typeface="Aptos"/>
                <a:ea typeface="Aptos"/>
                <a:cs typeface="Aptos"/>
              </a:defRPr>
            </a:pPr>
            <a:r>
              <a:rPr sz="638" b="0">
                <a:solidFill>
                  <a:srgbClr val="44403C"/>
                </a:solidFill>
                <a:latin typeface="Aptos"/>
                <a:ea typeface="Aptos"/>
                <a:cs typeface="Aptos"/>
              </a:rPr>
              <a:t>Tests fixed</a:t>
            </a:r>
          </a:p>
        </p:txBody>
      </p:sp>
      <p:sp>
        <p:nvSpPr>
          <p:cNvPr id="37" name="">
            <a:extLst xmlns:a="http://schemas.openxmlformats.org/drawingml/2006/main">
              <a:ext uri="{FF2B5EF4-FFF2-40B4-BE49-F238E27FC236}">
                <a16:creationId xmlns:a16="http://schemas.microsoft.com/office/drawing/2014/main" id="{C3CB6CD7-EE7C-4450-9D70-DD190F769A44}"/>
              </a:ext>
            </a:extLst>
          </p:cNvPr>
          <p:cNvSpPr>
            <a:spLocks xmlns:a="http://schemas.openxmlformats.org/drawingml/2006/main" noGrp="1"/>
          </p:cNvSpPr>
          <p:nvPr/>
        </p:nvSpPr>
        <p:spPr>
          <a:xfrm xmlns:a="http://schemas.openxmlformats.org/drawingml/2006/main">
            <a:off x="10096500" y="3038475"/>
            <a:ext cx="76200" cy="76200"/>
          </a:xfrm>
          <a:prstGeom xmlns:a="http://schemas.openxmlformats.org/drawingml/2006/main" prst="ellipse">
            <a:avLst/>
          </a:prstGeom>
          <a:solidFill xmlns:a="http://schemas.openxmlformats.org/drawingml/2006/main">
            <a:srgbClr val="050505"/>
          </a:solidFill>
          <a:ln xmlns:a="http://schemas.openxmlformats.org/drawingml/2006/main" w="0">
            <a:solidFill>
              <a:srgbClr val="000000">
                <a:alpha val="0"/>
              </a:srgbClr>
            </a:solidFill>
            <a:prstDash val="solid"/>
          </a:ln>
        </p:spPr>
      </p:sp>
      <p:sp>
        <p:nvSpPr>
          <p:cNvPr id="38" name="">
            <a:extLst xmlns:a="http://schemas.openxmlformats.org/drawingml/2006/main">
              <a:ext uri="{FF2B5EF4-FFF2-40B4-BE49-F238E27FC236}">
                <a16:creationId xmlns:a16="http://schemas.microsoft.com/office/drawing/2014/main" id="{3462AF5D-807C-4491-95EF-75F02F00554E}"/>
              </a:ext>
            </a:extLst>
          </p:cNvPr>
          <p:cNvSpPr>
            <a:spLocks xmlns:a="http://schemas.openxmlformats.org/drawingml/2006/main" noGrp="1"/>
          </p:cNvSpPr>
          <p:nvPr/>
        </p:nvSpPr>
        <p:spPr>
          <a:xfrm xmlns:a="http://schemas.openxmlformats.org/drawingml/2006/main">
            <a:off x="10267950" y="2990850"/>
            <a:ext cx="91440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638" b="0">
                <a:solidFill>
                  <a:srgbClr val="44403C"/>
                </a:solidFill>
                <a:latin typeface="Aptos"/>
                <a:ea typeface="Aptos"/>
                <a:cs typeface="Aptos"/>
              </a:defRPr>
            </a:pPr>
            <a:r>
              <a:rPr sz="638" b="0">
                <a:solidFill>
                  <a:srgbClr val="44403C"/>
                </a:solidFill>
                <a:latin typeface="Aptos"/>
                <a:ea typeface="Aptos"/>
                <a:cs typeface="Aptos"/>
              </a:rPr>
              <a:t>Large diff</a:t>
            </a:r>
          </a:p>
        </p:txBody>
      </p:sp>
      <p:sp>
        <p:nvSpPr>
          <p:cNvPr id="39" name="">
            <a:extLst xmlns:a="http://schemas.openxmlformats.org/drawingml/2006/main">
              <a:ext uri="{FF2B5EF4-FFF2-40B4-BE49-F238E27FC236}">
                <a16:creationId xmlns:a16="http://schemas.microsoft.com/office/drawing/2014/main" id="{20787D72-C8DB-4D2E-9F38-EFEBE4296630}"/>
              </a:ext>
            </a:extLst>
          </p:cNvPr>
          <p:cNvSpPr>
            <a:spLocks xmlns:a="http://schemas.openxmlformats.org/drawingml/2006/main" noGrp="1"/>
          </p:cNvSpPr>
          <p:nvPr/>
        </p:nvSpPr>
        <p:spPr>
          <a:xfrm xmlns:a="http://schemas.openxmlformats.org/drawingml/2006/main">
            <a:off x="6400800" y="4095750"/>
            <a:ext cx="762000" cy="1333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675" b="1">
                <a:solidFill>
                  <a:srgbClr val="FFFFFF"/>
                </a:solidFill>
                <a:latin typeface="Aptos"/>
                <a:ea typeface="Aptos"/>
                <a:cs typeface="Aptos"/>
              </a:defRPr>
            </a:pPr>
            <a:r>
              <a:rPr sz="675" b="1">
                <a:solidFill>
                  <a:srgbClr val="FFFFFF"/>
                </a:solidFill>
                <a:latin typeface="Aptos"/>
                <a:ea typeface="Aptos"/>
                <a:cs typeface="Aptos"/>
              </a:rPr>
              <a:t>Timeline</a:t>
            </a:r>
          </a:p>
        </p:txBody>
      </p:sp>
      <p:sp>
        <p:nvSpPr>
          <p:cNvPr id="40" name="">
            <a:extLst xmlns:a="http://schemas.openxmlformats.org/drawingml/2006/main">
              <a:ext uri="{FF2B5EF4-FFF2-40B4-BE49-F238E27FC236}">
                <a16:creationId xmlns:a16="http://schemas.microsoft.com/office/drawing/2014/main" id="{87444980-9B6C-4B92-8587-B547E1EAE503}"/>
              </a:ext>
            </a:extLst>
          </p:cNvPr>
          <p:cNvSpPr>
            <a:spLocks xmlns:a="http://schemas.openxmlformats.org/drawingml/2006/main" noGrp="1"/>
          </p:cNvSpPr>
          <p:nvPr/>
        </p:nvSpPr>
        <p:spPr>
          <a:xfrm xmlns:a="http://schemas.openxmlformats.org/drawingml/2006/main">
            <a:off x="6400800" y="4343400"/>
            <a:ext cx="1584960" cy="95250"/>
          </a:xfrm>
          <a:prstGeom xmlns:a="http://schemas.openxmlformats.org/drawingml/2006/main" prst="rect">
            <a:avLst/>
          </a:prstGeom>
          <a:solidFill xmlns:a="http://schemas.openxmlformats.org/drawingml/2006/main">
            <a:srgbClr val="16A34A"/>
          </a:solidFill>
          <a:ln xmlns:a="http://schemas.openxmlformats.org/drawingml/2006/main" w="0">
            <a:solidFill>
              <a:srgbClr val="000000">
                <a:alpha val="0"/>
              </a:srgbClr>
            </a:solidFill>
            <a:prstDash val="solid"/>
          </a:ln>
        </p:spPr>
      </p:sp>
      <p:sp>
        <p:nvSpPr>
          <p:cNvPr id="41" name="">
            <a:extLst xmlns:a="http://schemas.openxmlformats.org/drawingml/2006/main">
              <a:ext uri="{FF2B5EF4-FFF2-40B4-BE49-F238E27FC236}">
                <a16:creationId xmlns:a16="http://schemas.microsoft.com/office/drawing/2014/main" id="{D2CE8C91-ED4A-4A81-A24C-131020F28F42}"/>
              </a:ext>
            </a:extLst>
          </p:cNvPr>
          <p:cNvSpPr>
            <a:spLocks xmlns:a="http://schemas.openxmlformats.org/drawingml/2006/main" noGrp="1"/>
          </p:cNvSpPr>
          <p:nvPr/>
        </p:nvSpPr>
        <p:spPr>
          <a:xfrm xmlns:a="http://schemas.openxmlformats.org/drawingml/2006/main">
            <a:off x="7985760" y="4343400"/>
            <a:ext cx="990600" cy="95250"/>
          </a:xfrm>
          <a:prstGeom xmlns:a="http://schemas.openxmlformats.org/drawingml/2006/main" prst="rect">
            <a:avLst/>
          </a:prstGeom>
          <a:solidFill xmlns:a="http://schemas.openxmlformats.org/drawingml/2006/main">
            <a:srgbClr val="F59E0B"/>
          </a:solidFill>
          <a:ln xmlns:a="http://schemas.openxmlformats.org/drawingml/2006/main" w="0">
            <a:solidFill>
              <a:srgbClr val="000000">
                <a:alpha val="0"/>
              </a:srgbClr>
            </a:solidFill>
            <a:prstDash val="solid"/>
          </a:ln>
        </p:spPr>
      </p:sp>
      <p:sp>
        <p:nvSpPr>
          <p:cNvPr id="42" name="">
            <a:extLst xmlns:a="http://schemas.openxmlformats.org/drawingml/2006/main">
              <a:ext uri="{FF2B5EF4-FFF2-40B4-BE49-F238E27FC236}">
                <a16:creationId xmlns:a16="http://schemas.microsoft.com/office/drawing/2014/main" id="{20E2C33C-2CB6-4023-AFF1-3C0178865E45}"/>
              </a:ext>
            </a:extLst>
          </p:cNvPr>
          <p:cNvSpPr>
            <a:spLocks xmlns:a="http://schemas.openxmlformats.org/drawingml/2006/main" noGrp="1"/>
          </p:cNvSpPr>
          <p:nvPr/>
        </p:nvSpPr>
        <p:spPr>
          <a:xfrm xmlns:a="http://schemas.openxmlformats.org/drawingml/2006/main">
            <a:off x="8976360" y="4343400"/>
            <a:ext cx="742950" cy="95250"/>
          </a:xfrm>
          <a:prstGeom xmlns:a="http://schemas.openxmlformats.org/drawingml/2006/main" prst="rect">
            <a:avLst/>
          </a:prstGeom>
          <a:solidFill xmlns:a="http://schemas.openxmlformats.org/drawingml/2006/main">
            <a:srgbClr val="DC2626"/>
          </a:solidFill>
          <a:ln xmlns:a="http://schemas.openxmlformats.org/drawingml/2006/main" w="0">
            <a:solidFill>
              <a:srgbClr val="000000">
                <a:alpha val="0"/>
              </a:srgbClr>
            </a:solidFill>
            <a:prstDash val="solid"/>
          </a:ln>
        </p:spPr>
      </p:sp>
      <p:sp>
        <p:nvSpPr>
          <p:cNvPr id="43" name="">
            <a:extLst xmlns:a="http://schemas.openxmlformats.org/drawingml/2006/main">
              <a:ext uri="{FF2B5EF4-FFF2-40B4-BE49-F238E27FC236}">
                <a16:creationId xmlns:a16="http://schemas.microsoft.com/office/drawing/2014/main" id="{C8EC8E6A-0A8B-4C1B-ABE6-9B3B20679BDF}"/>
              </a:ext>
            </a:extLst>
          </p:cNvPr>
          <p:cNvSpPr>
            <a:spLocks xmlns:a="http://schemas.openxmlformats.org/drawingml/2006/main" noGrp="1"/>
          </p:cNvSpPr>
          <p:nvPr/>
        </p:nvSpPr>
        <p:spPr>
          <a:xfrm xmlns:a="http://schemas.openxmlformats.org/drawingml/2006/main">
            <a:off x="9719310" y="4343400"/>
            <a:ext cx="1634490" cy="95250"/>
          </a:xfrm>
          <a:prstGeom xmlns:a="http://schemas.openxmlformats.org/drawingml/2006/main" prst="rect">
            <a:avLst/>
          </a:prstGeom>
          <a:solidFill xmlns:a="http://schemas.openxmlformats.org/drawingml/2006/main">
            <a:srgbClr val="16A34A"/>
          </a:solidFill>
          <a:ln xmlns:a="http://schemas.openxmlformats.org/drawingml/2006/main" w="0">
            <a:solidFill>
              <a:srgbClr val="000000">
                <a:alpha val="0"/>
              </a:srgbClr>
            </a:solidFill>
            <a:prstDash val="solid"/>
          </a:ln>
        </p:spPr>
      </p:sp>
      <p:sp>
        <p:nvSpPr>
          <p:cNvPr id="44" name="">
            <a:extLst xmlns:a="http://schemas.openxmlformats.org/drawingml/2006/main">
              <a:ext uri="{FF2B5EF4-FFF2-40B4-BE49-F238E27FC236}">
                <a16:creationId xmlns:a16="http://schemas.microsoft.com/office/drawing/2014/main" id="{859E18D2-D8B9-4F8C-945F-EF03DB69919F}"/>
              </a:ext>
            </a:extLst>
          </p:cNvPr>
          <p:cNvSpPr>
            <a:spLocks xmlns:a="http://schemas.openxmlformats.org/drawingml/2006/main" noGrp="1"/>
          </p:cNvSpPr>
          <p:nvPr/>
        </p:nvSpPr>
        <p:spPr>
          <a:xfrm xmlns:a="http://schemas.openxmlformats.org/drawingml/2006/main">
            <a:off x="7254240" y="4276725"/>
            <a:ext cx="76200" cy="228600"/>
          </a:xfrm>
          <a:prstGeom xmlns:a="http://schemas.openxmlformats.org/drawingml/2006/main" prst="ellipse">
            <a:avLst/>
          </a:prstGeom>
          <a:solidFill xmlns:a="http://schemas.openxmlformats.org/drawingml/2006/main">
            <a:srgbClr val="050505"/>
          </a:solidFill>
          <a:ln xmlns:a="http://schemas.openxmlformats.org/drawingml/2006/main" w="0">
            <a:solidFill>
              <a:srgbClr val="000000">
                <a:alpha val="0"/>
              </a:srgbClr>
            </a:solidFill>
            <a:prstDash val="solid"/>
          </a:ln>
        </p:spPr>
      </p:sp>
      <p:sp>
        <p:nvSpPr>
          <p:cNvPr id="45" name="">
            <a:extLst xmlns:a="http://schemas.openxmlformats.org/drawingml/2006/main">
              <a:ext uri="{FF2B5EF4-FFF2-40B4-BE49-F238E27FC236}">
                <a16:creationId xmlns:a16="http://schemas.microsoft.com/office/drawing/2014/main" id="{2133108D-5689-447F-89DC-B1F413D86756}"/>
              </a:ext>
            </a:extLst>
          </p:cNvPr>
          <p:cNvSpPr>
            <a:spLocks xmlns:a="http://schemas.openxmlformats.org/drawingml/2006/main" noGrp="1"/>
          </p:cNvSpPr>
          <p:nvPr/>
        </p:nvSpPr>
        <p:spPr>
          <a:xfrm xmlns:a="http://schemas.openxmlformats.org/drawingml/2006/main">
            <a:off x="8393430" y="4276725"/>
            <a:ext cx="76200" cy="228600"/>
          </a:xfrm>
          <a:prstGeom xmlns:a="http://schemas.openxmlformats.org/drawingml/2006/main" prst="ellipse">
            <a:avLst/>
          </a:prstGeom>
          <a:solidFill xmlns:a="http://schemas.openxmlformats.org/drawingml/2006/main">
            <a:srgbClr val="050505"/>
          </a:solidFill>
          <a:ln xmlns:a="http://schemas.openxmlformats.org/drawingml/2006/main" w="0">
            <a:solidFill>
              <a:srgbClr val="000000">
                <a:alpha val="0"/>
              </a:srgbClr>
            </a:solidFill>
            <a:prstDash val="solid"/>
          </a:ln>
        </p:spPr>
      </p:sp>
      <p:sp>
        <p:nvSpPr>
          <p:cNvPr id="46" name="">
            <a:extLst xmlns:a="http://schemas.openxmlformats.org/drawingml/2006/main">
              <a:ext uri="{FF2B5EF4-FFF2-40B4-BE49-F238E27FC236}">
                <a16:creationId xmlns:a16="http://schemas.microsoft.com/office/drawing/2014/main" id="{DC1881F5-6883-4471-BEAB-402F96551720}"/>
              </a:ext>
            </a:extLst>
          </p:cNvPr>
          <p:cNvSpPr>
            <a:spLocks xmlns:a="http://schemas.openxmlformats.org/drawingml/2006/main" noGrp="1"/>
          </p:cNvSpPr>
          <p:nvPr/>
        </p:nvSpPr>
        <p:spPr>
          <a:xfrm xmlns:a="http://schemas.openxmlformats.org/drawingml/2006/main">
            <a:off x="9284970" y="4276725"/>
            <a:ext cx="76200" cy="228600"/>
          </a:xfrm>
          <a:prstGeom xmlns:a="http://schemas.openxmlformats.org/drawingml/2006/main" prst="ellipse">
            <a:avLst/>
          </a:prstGeom>
          <a:solidFill xmlns:a="http://schemas.openxmlformats.org/drawingml/2006/main">
            <a:srgbClr val="F41A2F"/>
          </a:solidFill>
          <a:ln xmlns:a="http://schemas.openxmlformats.org/drawingml/2006/main" w="0">
            <a:solidFill>
              <a:srgbClr val="000000">
                <a:alpha val="0"/>
              </a:srgbClr>
            </a:solidFill>
            <a:prstDash val="solid"/>
          </a:ln>
        </p:spPr>
      </p:sp>
      <p:sp>
        <p:nvSpPr>
          <p:cNvPr id="47" name="">
            <a:extLst xmlns:a="http://schemas.openxmlformats.org/drawingml/2006/main">
              <a:ext uri="{FF2B5EF4-FFF2-40B4-BE49-F238E27FC236}">
                <a16:creationId xmlns:a16="http://schemas.microsoft.com/office/drawing/2014/main" id="{5C26D70F-B5ED-4A15-B669-0D4623F495AF}"/>
              </a:ext>
            </a:extLst>
          </p:cNvPr>
          <p:cNvSpPr>
            <a:spLocks xmlns:a="http://schemas.openxmlformats.org/drawingml/2006/main" noGrp="1"/>
          </p:cNvSpPr>
          <p:nvPr/>
        </p:nvSpPr>
        <p:spPr>
          <a:xfrm xmlns:a="http://schemas.openxmlformats.org/drawingml/2006/main">
            <a:off x="10226040" y="4276725"/>
            <a:ext cx="76200" cy="228600"/>
          </a:xfrm>
          <a:prstGeom xmlns:a="http://schemas.openxmlformats.org/drawingml/2006/main" prst="ellipse">
            <a:avLst/>
          </a:prstGeom>
          <a:solidFill xmlns:a="http://schemas.openxmlformats.org/drawingml/2006/main">
            <a:srgbClr val="050505"/>
          </a:solidFill>
          <a:ln xmlns:a="http://schemas.openxmlformats.org/drawingml/2006/main" w="0">
            <a:solidFill>
              <a:srgbClr val="000000">
                <a:alpha val="0"/>
              </a:srgbClr>
            </a:solidFill>
            <a:prstDash val="solid"/>
          </a:ln>
        </p:spPr>
      </p:sp>
      <p:sp>
        <p:nvSpPr>
          <p:cNvPr id="48" name="">
            <a:extLst xmlns:a="http://schemas.openxmlformats.org/drawingml/2006/main">
              <a:ext uri="{FF2B5EF4-FFF2-40B4-BE49-F238E27FC236}">
                <a16:creationId xmlns:a16="http://schemas.microsoft.com/office/drawing/2014/main" id="{05098426-0D07-4483-B86E-BC28C6EBB2DE}"/>
              </a:ext>
            </a:extLst>
          </p:cNvPr>
          <p:cNvSpPr>
            <a:spLocks xmlns:a="http://schemas.openxmlformats.org/drawingml/2006/main" noGrp="1"/>
          </p:cNvSpPr>
          <p:nvPr/>
        </p:nvSpPr>
        <p:spPr>
          <a:xfrm xmlns:a="http://schemas.openxmlformats.org/drawingml/2006/main">
            <a:off x="6400800" y="4800600"/>
            <a:ext cx="2381250" cy="628650"/>
          </a:xfrm>
          <a:prstGeom xmlns:a="http://schemas.openxmlformats.org/drawingml/2006/main" prst="roundRect">
            <a:avLst>
              <a:gd name="adj" fmla="val 12121"/>
            </a:avLst>
          </a:prstGeom>
          <a:solidFill xmlns:a="http://schemas.openxmlformats.org/drawingml/2006/main">
            <a:srgbClr val="FFFFFF"/>
          </a:solidFill>
          <a:ln xmlns:a="http://schemas.openxmlformats.org/drawingml/2006/main" w="0">
            <a:solidFill>
              <a:srgbClr val="000000">
                <a:alpha val="0"/>
              </a:srgbClr>
            </a:solidFill>
            <a:prstDash val="solid"/>
          </a:ln>
        </p:spPr>
      </p:sp>
      <p:sp>
        <p:nvSpPr>
          <p:cNvPr id="49" name="">
            <a:extLst xmlns:a="http://schemas.openxmlformats.org/drawingml/2006/main">
              <a:ext uri="{FF2B5EF4-FFF2-40B4-BE49-F238E27FC236}">
                <a16:creationId xmlns:a16="http://schemas.microsoft.com/office/drawing/2014/main" id="{E9CF5CF3-5F8C-46F1-AE4E-6A84E521C425}"/>
              </a:ext>
            </a:extLst>
          </p:cNvPr>
          <p:cNvSpPr>
            <a:spLocks xmlns:a="http://schemas.openxmlformats.org/drawingml/2006/main" noGrp="1"/>
          </p:cNvSpPr>
          <p:nvPr/>
        </p:nvSpPr>
        <p:spPr>
          <a:xfrm xmlns:a="http://schemas.openxmlformats.org/drawingml/2006/main">
            <a:off x="6572250" y="4914900"/>
            <a:ext cx="1143000" cy="1333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675" b="1">
                <a:solidFill>
                  <a:srgbClr val="050505"/>
                </a:solidFill>
                <a:latin typeface="Aptos"/>
                <a:ea typeface="Aptos"/>
                <a:cs typeface="Aptos"/>
              </a:defRPr>
            </a:pPr>
            <a:r>
              <a:rPr sz="675" b="1">
                <a:solidFill>
                  <a:srgbClr val="050505"/>
                </a:solidFill>
                <a:latin typeface="Aptos"/>
                <a:ea typeface="Aptos"/>
                <a:cs typeface="Aptos"/>
              </a:rPr>
              <a:t>AI Session Notes</a:t>
            </a:r>
          </a:p>
        </p:txBody>
      </p:sp>
      <p:sp>
        <p:nvSpPr>
          <p:cNvPr id="50" name="">
            <a:extLst xmlns:a="http://schemas.openxmlformats.org/drawingml/2006/main">
              <a:ext uri="{FF2B5EF4-FFF2-40B4-BE49-F238E27FC236}">
                <a16:creationId xmlns:a16="http://schemas.microsoft.com/office/drawing/2014/main" id="{32C071B1-36EE-4113-86B5-E4B8DD076EA4}"/>
              </a:ext>
            </a:extLst>
          </p:cNvPr>
          <p:cNvSpPr>
            <a:spLocks xmlns:a="http://schemas.openxmlformats.org/drawingml/2006/main" noGrp="1"/>
          </p:cNvSpPr>
          <p:nvPr/>
        </p:nvSpPr>
        <p:spPr>
          <a:xfrm xmlns:a="http://schemas.openxmlformats.org/drawingml/2006/main">
            <a:off x="6572250" y="5086350"/>
            <a:ext cx="1962150" cy="2095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540" b="0">
                <a:solidFill>
                  <a:srgbClr val="44403C"/>
                </a:solidFill>
                <a:latin typeface="Aptos"/>
                <a:ea typeface="Aptos"/>
                <a:cs typeface="Aptos"/>
              </a:defRPr>
            </a:pPr>
            <a:r>
              <a:rPr sz="540" b="0">
                <a:solidFill>
                  <a:srgbClr val="44403C"/>
                </a:solidFill>
                <a:latin typeface="Aptos"/>
                <a:ea typeface="Aptos"/>
                <a:cs typeface="Aptos"/>
              </a:rPr>
              <a:t>Agent menemukan error auth, retry 3x, lalu memperbaiki test. Review auth.ts dan middleware.ts dulu.</a:t>
            </a:r>
          </a:p>
        </p:txBody>
      </p:sp>
      <p:sp>
        <p:nvSpPr>
          <p:cNvPr id="51" name="">
            <a:extLst xmlns:a="http://schemas.openxmlformats.org/drawingml/2006/main">
              <a:ext uri="{FF2B5EF4-FFF2-40B4-BE49-F238E27FC236}">
                <a16:creationId xmlns:a16="http://schemas.microsoft.com/office/drawing/2014/main" id="{C638A688-7434-420B-B6B5-075FC2BD311C}"/>
              </a:ext>
            </a:extLst>
          </p:cNvPr>
          <p:cNvSpPr>
            <a:spLocks xmlns:a="http://schemas.openxmlformats.org/drawingml/2006/main" noGrp="1"/>
          </p:cNvSpPr>
          <p:nvPr/>
        </p:nvSpPr>
        <p:spPr>
          <a:xfrm xmlns:a="http://schemas.openxmlformats.org/drawingml/2006/main">
            <a:off x="8972550" y="4800600"/>
            <a:ext cx="2381250" cy="628650"/>
          </a:xfrm>
          <a:prstGeom xmlns:a="http://schemas.openxmlformats.org/drawingml/2006/main" prst="roundRect">
            <a:avLst>
              <a:gd name="adj" fmla="val 12121"/>
            </a:avLst>
          </a:prstGeom>
          <a:solidFill xmlns:a="http://schemas.openxmlformats.org/drawingml/2006/main">
            <a:srgbClr val="FFFFFF"/>
          </a:solidFill>
          <a:ln xmlns:a="http://schemas.openxmlformats.org/drawingml/2006/main" w="0">
            <a:solidFill>
              <a:srgbClr val="000000">
                <a:alpha val="0"/>
              </a:srgbClr>
            </a:solidFill>
            <a:prstDash val="solid"/>
          </a:ln>
        </p:spPr>
      </p:sp>
      <p:sp>
        <p:nvSpPr>
          <p:cNvPr id="52" name="">
            <a:extLst xmlns:a="http://schemas.openxmlformats.org/drawingml/2006/main">
              <a:ext uri="{FF2B5EF4-FFF2-40B4-BE49-F238E27FC236}">
                <a16:creationId xmlns:a16="http://schemas.microsoft.com/office/drawing/2014/main" id="{D020CC1A-83FD-4E9D-A935-A94F368579E4}"/>
              </a:ext>
            </a:extLst>
          </p:cNvPr>
          <p:cNvSpPr>
            <a:spLocks xmlns:a="http://schemas.openxmlformats.org/drawingml/2006/main" noGrp="1"/>
          </p:cNvSpPr>
          <p:nvPr/>
        </p:nvSpPr>
        <p:spPr>
          <a:xfrm xmlns:a="http://schemas.openxmlformats.org/drawingml/2006/main">
            <a:off x="9144000" y="4914900"/>
            <a:ext cx="762000" cy="1333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675" b="1">
                <a:solidFill>
                  <a:srgbClr val="050505"/>
                </a:solidFill>
                <a:latin typeface="Aptos"/>
                <a:ea typeface="Aptos"/>
                <a:cs typeface="Aptos"/>
              </a:defRPr>
            </a:pPr>
            <a:r>
              <a:rPr sz="675" b="1">
                <a:solidFill>
                  <a:srgbClr val="050505"/>
                </a:solidFill>
                <a:latin typeface="Aptos"/>
                <a:ea typeface="Aptos"/>
                <a:cs typeface="Aptos"/>
              </a:rPr>
              <a:t>Chapters</a:t>
            </a:r>
          </a:p>
        </p:txBody>
      </p:sp>
      <p:sp>
        <p:nvSpPr>
          <p:cNvPr id="53" name="">
            <a:extLst xmlns:a="http://schemas.openxmlformats.org/drawingml/2006/main">
              <a:ext uri="{FF2B5EF4-FFF2-40B4-BE49-F238E27FC236}">
                <a16:creationId xmlns:a16="http://schemas.microsoft.com/office/drawing/2014/main" id="{5EE49180-57BC-4F5D-BB8C-1CD520582E23}"/>
              </a:ext>
            </a:extLst>
          </p:cNvPr>
          <p:cNvSpPr>
            <a:spLocks xmlns:a="http://schemas.openxmlformats.org/drawingml/2006/main" noGrp="1"/>
          </p:cNvSpPr>
          <p:nvPr/>
        </p:nvSpPr>
        <p:spPr>
          <a:xfrm xmlns:a="http://schemas.openxmlformats.org/drawingml/2006/main">
            <a:off x="9144000" y="5124450"/>
            <a:ext cx="1905000" cy="1333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600" b="0">
                <a:solidFill>
                  <a:srgbClr val="44403C"/>
                </a:solidFill>
                <a:latin typeface="Aptos"/>
                <a:ea typeface="Aptos"/>
                <a:cs typeface="Aptos"/>
              </a:defRPr>
            </a:pPr>
            <a:r>
              <a:rPr sz="600" b="0">
                <a:solidFill>
                  <a:srgbClr val="44403C"/>
                </a:solidFill>
                <a:latin typeface="Aptos"/>
                <a:ea typeface="Aptos"/>
                <a:cs typeface="Aptos"/>
              </a:rPr>
              <a:t>Explore -&gt; Edit -&gt; Retry -&gt; Verify</a:t>
            </a:r>
          </a:p>
        </p:txBody>
      </p:sp>
      <p:sp>
        <p:nvSpPr>
          <p:cNvPr id="54" name="">
            <a:extLst xmlns:a="http://schemas.openxmlformats.org/drawingml/2006/main">
              <a:ext uri="{FF2B5EF4-FFF2-40B4-BE49-F238E27FC236}">
                <a16:creationId xmlns:a16="http://schemas.microsoft.com/office/drawing/2014/main" id="{56658FED-611A-433F-9E93-DF05DF5B9064}"/>
              </a:ext>
            </a:extLst>
          </p:cNvPr>
          <p:cNvSpPr>
            <a:spLocks xmlns:a="http://schemas.openxmlformats.org/drawingml/2006/main" noGrp="1"/>
          </p:cNvSpPr>
          <p:nvPr/>
        </p:nvSpPr>
        <p:spPr>
          <a:xfrm xmlns:a="http://schemas.openxmlformats.org/drawingml/2006/main">
            <a:off x="552450" y="6400800"/>
            <a:ext cx="11087100" cy="9525"/>
          </a:xfrm>
          <a:prstGeom xmlns:a="http://schemas.openxmlformats.org/drawingml/2006/main" prst="rect">
            <a:avLst/>
          </a:prstGeom>
          <a:solidFill xmlns:a="http://schemas.openxmlformats.org/drawingml/2006/main">
            <a:srgbClr val="E9E6E2"/>
          </a:solidFill>
          <a:ln xmlns:a="http://schemas.openxmlformats.org/drawingml/2006/main" w="0">
            <a:solidFill>
              <a:srgbClr val="000000">
                <a:alpha val="0"/>
              </a:srgbClr>
            </a:solidFill>
            <a:prstDash val="solid"/>
          </a:ln>
        </p:spPr>
      </p:sp>
      <p:sp>
        <p:nvSpPr>
          <p:cNvPr id="55" name="">
            <a:extLst xmlns:a="http://schemas.openxmlformats.org/drawingml/2006/main">
              <a:ext uri="{FF2B5EF4-FFF2-40B4-BE49-F238E27FC236}">
                <a16:creationId xmlns:a16="http://schemas.microsoft.com/office/drawing/2014/main" id="{686CA67F-2309-4BB4-BB0A-900FF29FA1E8}"/>
              </a:ext>
            </a:extLst>
          </p:cNvPr>
          <p:cNvSpPr>
            <a:spLocks xmlns:a="http://schemas.openxmlformats.org/drawingml/2006/main" noGrp="1"/>
          </p:cNvSpPr>
          <p:nvPr/>
        </p:nvSpPr>
        <p:spPr>
          <a:xfrm xmlns:a="http://schemas.openxmlformats.org/drawingml/2006/main">
            <a:off x="552450" y="6534150"/>
            <a:ext cx="685800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675" b="0">
                <a:solidFill>
                  <a:srgbClr val="78716C"/>
                </a:solidFill>
                <a:latin typeface="Aptos"/>
                <a:ea typeface="Aptos"/>
                <a:cs typeface="Aptos"/>
              </a:defRPr>
            </a:pPr>
            <a:r>
              <a:rPr sz="675" b="0">
                <a:solidFill>
                  <a:srgbClr val="78716C"/>
                </a:solidFill>
                <a:latin typeface="Aptos"/>
                <a:ea typeface="Aptos"/>
                <a:cs typeface="Aptos"/>
              </a:rPr>
              <a:t>Solution: a shareable replay artifact, not another raw log dashboard</a:t>
            </a:r>
          </a:p>
        </p:txBody>
      </p:sp>
      <p:sp>
        <p:nvSpPr>
          <p:cNvPr id="56" name="">
            <a:extLst xmlns:a="http://schemas.openxmlformats.org/drawingml/2006/main">
              <a:ext uri="{FF2B5EF4-FFF2-40B4-BE49-F238E27FC236}">
                <a16:creationId xmlns:a16="http://schemas.microsoft.com/office/drawing/2014/main" id="{96F1DBCB-F27F-4F28-8F4D-80783444F820}"/>
              </a:ext>
            </a:extLst>
          </p:cNvPr>
          <p:cNvSpPr>
            <a:spLocks xmlns:a="http://schemas.openxmlformats.org/drawingml/2006/main" noGrp="1"/>
          </p:cNvSpPr>
          <p:nvPr/>
        </p:nvSpPr>
        <p:spPr>
          <a:xfrm xmlns:a="http://schemas.openxmlformats.org/drawingml/2006/main">
            <a:off x="11163300" y="6515100"/>
            <a:ext cx="47625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r">
              <a:defRPr sz="750" b="0">
                <a:solidFill>
                  <a:srgbClr val="78716C"/>
                </a:solidFill>
                <a:latin typeface="Aptos"/>
                <a:ea typeface="Aptos"/>
                <a:cs typeface="Aptos"/>
              </a:defRPr>
            </a:pPr>
            <a:r>
              <a:rPr sz="750" b="0">
                <a:solidFill>
                  <a:srgbClr val="78716C"/>
                </a:solidFill>
                <a:latin typeface="Aptos"/>
                <a:ea typeface="Aptos"/>
                <a:cs typeface="Aptos"/>
              </a:rPr>
              <a:t>02</a:t>
            </a:r>
          </a:p>
        </p:txBody>
      </p:sp>
    </p:spTree>
    <p:extLst>
      <p:ext uri="{BB962C8B-B14F-4D97-AF65-F5344CB8AC3E}">
        <p14:creationId xmlns:p14="http://schemas.microsoft.com/office/powerpoint/2010/main" val="474958233"/>
      </p:ext>
    </p:extLst>
  </p:cSld>
</p:sld>
</file>

<file path=ppt/slides/slide3.xml><?xml version="1.0" encoding="utf-8"?>
<p:sld xmlns:p="http://schemas.openxmlformats.org/presentationml/2006/main">
  <p:cSld>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26521C35-1561-4C05-A395-8124E3254E79}"/>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DFCFC"/>
          </a:solidFill>
          <a:ln xmlns:a="http://schemas.openxmlformats.org/drawingml/2006/main" w="0">
            <a:solidFill>
              <a:srgbClr val="000000">
                <a:alpha val="0"/>
              </a:srgbClr>
            </a:solidFill>
            <a:prstDash val="solid"/>
          </a:ln>
        </p:spPr>
      </p:sp>
      <p:sp>
        <p:nvSpPr>
          <p:cNvPr id="2" name="">
            <a:extLst xmlns:a="http://schemas.openxmlformats.org/drawingml/2006/main">
              <a:ext uri="{FF2B5EF4-FFF2-40B4-BE49-F238E27FC236}">
                <a16:creationId xmlns:a16="http://schemas.microsoft.com/office/drawing/2014/main" id="{C743C971-086D-42D8-852F-F4DFA4369D62}"/>
              </a:ext>
            </a:extLst>
          </p:cNvPr>
          <p:cNvSpPr>
            <a:spLocks xmlns:a="http://schemas.openxmlformats.org/drawingml/2006/main" noGrp="1"/>
          </p:cNvSpPr>
          <p:nvPr/>
        </p:nvSpPr>
        <p:spPr>
          <a:xfrm xmlns:a="http://schemas.openxmlformats.org/drawingml/2006/main">
            <a:off x="0" y="0"/>
            <a:ext cx="12192000" cy="47625"/>
          </a:xfrm>
          <a:prstGeom xmlns:a="http://schemas.openxmlformats.org/drawingml/2006/main" prst="rect">
            <a:avLst/>
          </a:prstGeom>
          <a:solidFill xmlns:a="http://schemas.openxmlformats.org/drawingml/2006/main">
            <a:srgbClr val="050505"/>
          </a:solidFill>
          <a:ln xmlns:a="http://schemas.openxmlformats.org/drawingml/2006/main" w="0">
            <a:solidFill>
              <a:srgbClr val="000000">
                <a:alpha val="0"/>
              </a:srgbClr>
            </a:solidFill>
            <a:prstDash val="solid"/>
          </a:ln>
        </p:spPr>
      </p:sp>
      <p:sp>
        <p:nvSpPr>
          <p:cNvPr id="3" name="kicker-marker">
            <a:extLst xmlns:a="http://schemas.openxmlformats.org/drawingml/2006/main">
              <a:ext uri="{FF2B5EF4-FFF2-40B4-BE49-F238E27FC236}">
                <a16:creationId xmlns:a16="http://schemas.microsoft.com/office/drawing/2014/main" id="{C5A87525-346C-45AF-BADE-BEFCB2FF2801}"/>
              </a:ext>
            </a:extLst>
          </p:cNvPr>
          <p:cNvSpPr>
            <a:spLocks xmlns:a="http://schemas.openxmlformats.org/drawingml/2006/main" noGrp="1"/>
          </p:cNvSpPr>
          <p:nvPr/>
        </p:nvSpPr>
        <p:spPr>
          <a:xfrm xmlns:a="http://schemas.openxmlformats.org/drawingml/2006/main">
            <a:off x="552450" y="514350"/>
            <a:ext cx="47625" cy="247650"/>
          </a:xfrm>
          <a:prstGeom xmlns:a="http://schemas.openxmlformats.org/drawingml/2006/main" prst="rect">
            <a:avLst/>
          </a:prstGeom>
          <a:solidFill xmlns:a="http://schemas.openxmlformats.org/drawingml/2006/main">
            <a:srgbClr val="F41A2F"/>
          </a:solidFill>
          <a:ln xmlns:a="http://schemas.openxmlformats.org/drawingml/2006/main" w="0">
            <a:solidFill>
              <a:srgbClr val="000000">
                <a:alpha val="0"/>
              </a:srgbClr>
            </a:solidFill>
            <a:prstDash val="solid"/>
          </a:ln>
        </p:spPr>
      </p:sp>
      <p:sp>
        <p:nvSpPr>
          <p:cNvPr id="4" name="kicker-label">
            <a:extLst xmlns:a="http://schemas.openxmlformats.org/drawingml/2006/main">
              <a:ext uri="{FF2B5EF4-FFF2-40B4-BE49-F238E27FC236}">
                <a16:creationId xmlns:a16="http://schemas.microsoft.com/office/drawing/2014/main" id="{63AB5A3C-04B6-46D1-9808-E7354F81A970}"/>
              </a:ext>
            </a:extLst>
          </p:cNvPr>
          <p:cNvSpPr>
            <a:spLocks xmlns:a="http://schemas.openxmlformats.org/drawingml/2006/main" noGrp="1"/>
          </p:cNvSpPr>
          <p:nvPr/>
        </p:nvSpPr>
        <p:spPr>
          <a:xfrm xmlns:a="http://schemas.openxmlformats.org/drawingml/2006/main">
            <a:off x="723900" y="485775"/>
            <a:ext cx="3714750" cy="3238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ctr"/>
          <a:lstStyle xmlns:a="http://schemas.openxmlformats.org/drawingml/2006/main"/>
          <a:p xmlns:a="http://schemas.openxmlformats.org/drawingml/2006/main">
            <a:pPr algn="l">
              <a:defRPr sz="825" b="1">
                <a:solidFill>
                  <a:srgbClr val="78716C"/>
                </a:solidFill>
                <a:latin typeface="Aptos"/>
                <a:ea typeface="Aptos"/>
                <a:cs typeface="Aptos"/>
              </a:defRPr>
            </a:pPr>
            <a:r>
              <a:rPr sz="825" b="1">
                <a:solidFill>
                  <a:srgbClr val="78716C"/>
                </a:solidFill>
                <a:latin typeface="Aptos"/>
                <a:ea typeface="Aptos"/>
                <a:cs typeface="Aptos"/>
              </a:rPr>
              <a:t>AUTONOMOUS AGENT LOOP</a:t>
            </a:r>
          </a:p>
        </p:txBody>
      </p:sp>
      <p:sp>
        <p:nvSpPr>
          <p:cNvPr id="5" name="">
            <a:extLst xmlns:a="http://schemas.openxmlformats.org/drawingml/2006/main">
              <a:ext uri="{FF2B5EF4-FFF2-40B4-BE49-F238E27FC236}">
                <a16:creationId xmlns:a16="http://schemas.microsoft.com/office/drawing/2014/main" id="{D6B781BF-5940-44A7-9A08-BECAAA683E37}"/>
              </a:ext>
            </a:extLst>
          </p:cNvPr>
          <p:cNvSpPr>
            <a:spLocks xmlns:a="http://schemas.openxmlformats.org/drawingml/2006/main" noGrp="1"/>
          </p:cNvSpPr>
          <p:nvPr/>
        </p:nvSpPr>
        <p:spPr>
          <a:xfrm xmlns:a="http://schemas.openxmlformats.org/drawingml/2006/main">
            <a:off x="552450" y="990600"/>
            <a:ext cx="5334000" cy="11430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2400" b="0">
                <a:solidFill>
                  <a:srgbClr val="050505"/>
                </a:solidFill>
                <a:latin typeface="Aptos Display"/>
                <a:ea typeface="Aptos Display"/>
                <a:cs typeface="Aptos Display"/>
              </a:defRPr>
            </a:pPr>
            <a:r>
              <a:rPr sz="2400" b="0">
                <a:solidFill>
                  <a:srgbClr val="050505"/>
                </a:solidFill>
                <a:latin typeface="Aptos Display"/>
                <a:ea typeface="Aptos Display"/>
                <a:cs typeface="Aptos Display"/>
              </a:rPr>
              <a:t>lens-agent bekerja sebagai</a:t>
            </a:r>
          </a:p>
          <a:p xmlns:a="http://schemas.openxmlformats.org/drawingml/2006/main">
            <a:pPr algn="l">
              <a:defRPr sz="2400" b="0">
                <a:solidFill>
                  <a:srgbClr val="050505"/>
                </a:solidFill>
                <a:latin typeface="Aptos Display"/>
                <a:ea typeface="Aptos Display"/>
                <a:cs typeface="Aptos Display"/>
              </a:defRPr>
            </a:pPr>
            <a:r>
              <a:rPr sz="2400" b="0">
                <a:solidFill>
                  <a:srgbClr val="050505"/>
                </a:solidFill>
                <a:latin typeface="Aptos Display"/>
                <a:ea typeface="Aptos Display"/>
                <a:cs typeface="Aptos Display"/>
              </a:rPr>
              <a:t>review navigator, bukan chatbot biasa.</a:t>
            </a:r>
          </a:p>
        </p:txBody>
      </p:sp>
      <p:sp>
        <p:nvSpPr>
          <p:cNvPr id="6" name="">
            <a:extLst xmlns:a="http://schemas.openxmlformats.org/drawingml/2006/main">
              <a:ext uri="{FF2B5EF4-FFF2-40B4-BE49-F238E27FC236}">
                <a16:creationId xmlns:a16="http://schemas.microsoft.com/office/drawing/2014/main" id="{6214F551-91CB-4AD4-A37B-04CEE111AA48}"/>
              </a:ext>
            </a:extLst>
          </p:cNvPr>
          <p:cNvSpPr>
            <a:spLocks xmlns:a="http://schemas.openxmlformats.org/drawingml/2006/main" noGrp="1"/>
          </p:cNvSpPr>
          <p:nvPr/>
        </p:nvSpPr>
        <p:spPr>
          <a:xfrm xmlns:a="http://schemas.openxmlformats.org/drawingml/2006/main">
            <a:off x="552450" y="2266950"/>
            <a:ext cx="5143500" cy="10096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200" b="0">
                <a:solidFill>
                  <a:srgbClr val="44403C"/>
                </a:solidFill>
                <a:latin typeface="Aptos"/>
                <a:ea typeface="Aptos"/>
                <a:cs typeface="Aptos"/>
              </a:defRPr>
            </a:pPr>
            <a:r>
              <a:rPr sz="1200" b="0">
                <a:solidFill>
                  <a:srgbClr val="44403C"/>
                </a:solidFill>
                <a:latin typeface="Aptos"/>
                <a:ea typeface="Aptos"/>
                <a:cs typeface="Aptos"/>
              </a:rPr>
              <a:t>Setelah record_stop, lens-agent membaca event stream, memilih tool analisis yang dibutuhkan, mendeteksi pattern, membuat chapter, menulis notes, mengevaluasi kelengkapan output, lalu mem-publish replay metadata.</a:t>
            </a:r>
          </a:p>
        </p:txBody>
      </p:sp>
      <p:sp>
        <p:nvSpPr>
          <p:cNvPr id="7" name="">
            <a:extLst xmlns:a="http://schemas.openxmlformats.org/drawingml/2006/main">
              <a:ext uri="{FF2B5EF4-FFF2-40B4-BE49-F238E27FC236}">
                <a16:creationId xmlns:a16="http://schemas.microsoft.com/office/drawing/2014/main" id="{F683C50A-0487-4D7D-B9F4-83F8CE62CC01}"/>
              </a:ext>
            </a:extLst>
          </p:cNvPr>
          <p:cNvSpPr>
            <a:spLocks xmlns:a="http://schemas.openxmlformats.org/drawingml/2006/main" noGrp="1"/>
          </p:cNvSpPr>
          <p:nvPr/>
        </p:nvSpPr>
        <p:spPr>
          <a:xfrm xmlns:a="http://schemas.openxmlformats.org/drawingml/2006/main">
            <a:off x="552450" y="3790950"/>
            <a:ext cx="5143500" cy="1390650"/>
          </a:xfrm>
          <a:prstGeom xmlns:a="http://schemas.openxmlformats.org/drawingml/2006/main" prst="roundRect">
            <a:avLst>
              <a:gd name="adj" fmla="val 5479"/>
            </a:avLst>
          </a:prstGeom>
          <a:solidFill xmlns:a="http://schemas.openxmlformats.org/drawingml/2006/main">
            <a:srgbClr val="F5F3F1"/>
          </a:solidFill>
          <a:ln xmlns:a="http://schemas.openxmlformats.org/drawingml/2006/main" w="9525">
            <a:solidFill>
              <a:srgbClr val="E0DFDD"/>
            </a:solidFill>
            <a:prstDash val="solid"/>
          </a:ln>
        </p:spPr>
      </p:sp>
      <p:sp>
        <p:nvSpPr>
          <p:cNvPr id="8" name="">
            <a:extLst xmlns:a="http://schemas.openxmlformats.org/drawingml/2006/main">
              <a:ext uri="{FF2B5EF4-FFF2-40B4-BE49-F238E27FC236}">
                <a16:creationId xmlns:a16="http://schemas.microsoft.com/office/drawing/2014/main" id="{6D59162B-00A8-49E8-AE1F-65278AEA6C5A}"/>
              </a:ext>
            </a:extLst>
          </p:cNvPr>
          <p:cNvSpPr>
            <a:spLocks xmlns:a="http://schemas.openxmlformats.org/drawingml/2006/main" noGrp="1"/>
          </p:cNvSpPr>
          <p:nvPr/>
        </p:nvSpPr>
        <p:spPr>
          <a:xfrm xmlns:a="http://schemas.openxmlformats.org/drawingml/2006/main">
            <a:off x="781050" y="3981450"/>
            <a:ext cx="209550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00" b="1">
                <a:solidFill>
                  <a:srgbClr val="050505"/>
                </a:solidFill>
                <a:latin typeface="Aptos"/>
                <a:ea typeface="Aptos"/>
                <a:cs typeface="Aptos"/>
              </a:defRPr>
            </a:pPr>
            <a:r>
              <a:rPr sz="900" b="1">
                <a:solidFill>
                  <a:srgbClr val="050505"/>
                </a:solidFill>
                <a:latin typeface="Aptos"/>
                <a:ea typeface="Aptos"/>
                <a:cs typeface="Aptos"/>
              </a:rPr>
              <a:t>Hackathon scoring alignment</a:t>
            </a:r>
          </a:p>
        </p:txBody>
      </p:sp>
      <p:sp>
        <p:nvSpPr>
          <p:cNvPr id="9" name="">
            <a:extLst xmlns:a="http://schemas.openxmlformats.org/drawingml/2006/main">
              <a:ext uri="{FF2B5EF4-FFF2-40B4-BE49-F238E27FC236}">
                <a16:creationId xmlns:a16="http://schemas.microsoft.com/office/drawing/2014/main" id="{9856CEF9-00B9-45C2-8E54-AC91C1506326}"/>
              </a:ext>
            </a:extLst>
          </p:cNvPr>
          <p:cNvSpPr>
            <a:spLocks xmlns:a="http://schemas.openxmlformats.org/drawingml/2006/main" noGrp="1"/>
          </p:cNvSpPr>
          <p:nvPr/>
        </p:nvSpPr>
        <p:spPr>
          <a:xfrm xmlns:a="http://schemas.openxmlformats.org/drawingml/2006/main">
            <a:off x="800100" y="4343400"/>
            <a:ext cx="76200" cy="76200"/>
          </a:xfrm>
          <a:prstGeom xmlns:a="http://schemas.openxmlformats.org/drawingml/2006/main" prst="ellipse">
            <a:avLst/>
          </a:prstGeom>
          <a:solidFill xmlns:a="http://schemas.openxmlformats.org/drawingml/2006/main">
            <a:srgbClr val="F41A2F"/>
          </a:solidFill>
          <a:ln xmlns:a="http://schemas.openxmlformats.org/drawingml/2006/main" w="0">
            <a:solidFill>
              <a:srgbClr val="000000">
                <a:alpha val="0"/>
              </a:srgbClr>
            </a:solidFill>
            <a:prstDash val="solid"/>
          </a:ln>
        </p:spPr>
      </p:sp>
      <p:sp>
        <p:nvSpPr>
          <p:cNvPr id="10" name="">
            <a:extLst xmlns:a="http://schemas.openxmlformats.org/drawingml/2006/main">
              <a:ext uri="{FF2B5EF4-FFF2-40B4-BE49-F238E27FC236}">
                <a16:creationId xmlns:a16="http://schemas.microsoft.com/office/drawing/2014/main" id="{BDB103AF-234A-47C5-97B3-C586B8752F09}"/>
              </a:ext>
            </a:extLst>
          </p:cNvPr>
          <p:cNvSpPr>
            <a:spLocks xmlns:a="http://schemas.openxmlformats.org/drawingml/2006/main" noGrp="1"/>
          </p:cNvSpPr>
          <p:nvPr/>
        </p:nvSpPr>
        <p:spPr>
          <a:xfrm xmlns:a="http://schemas.openxmlformats.org/drawingml/2006/main">
            <a:off x="990600" y="4276725"/>
            <a:ext cx="1428750" cy="1333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705" b="1">
                <a:solidFill>
                  <a:srgbClr val="050505"/>
                </a:solidFill>
                <a:latin typeface="Aptos"/>
                <a:ea typeface="Aptos"/>
                <a:cs typeface="Aptos"/>
              </a:defRPr>
            </a:pPr>
            <a:r>
              <a:rPr sz="705" b="1">
                <a:solidFill>
                  <a:srgbClr val="050505"/>
                </a:solidFill>
                <a:latin typeface="Aptos"/>
                <a:ea typeface="Aptos"/>
                <a:cs typeface="Aptos"/>
              </a:rPr>
              <a:t>Tool Call Capability</a:t>
            </a:r>
          </a:p>
        </p:txBody>
      </p:sp>
      <p:sp>
        <p:nvSpPr>
          <p:cNvPr id="11" name="">
            <a:extLst xmlns:a="http://schemas.openxmlformats.org/drawingml/2006/main">
              <a:ext uri="{FF2B5EF4-FFF2-40B4-BE49-F238E27FC236}">
                <a16:creationId xmlns:a16="http://schemas.microsoft.com/office/drawing/2014/main" id="{F05D7B0B-778D-48DF-80A3-D02CD71ACC06}"/>
              </a:ext>
            </a:extLst>
          </p:cNvPr>
          <p:cNvSpPr>
            <a:spLocks xmlns:a="http://schemas.openxmlformats.org/drawingml/2006/main" noGrp="1"/>
          </p:cNvSpPr>
          <p:nvPr/>
        </p:nvSpPr>
        <p:spPr>
          <a:xfrm xmlns:a="http://schemas.openxmlformats.org/drawingml/2006/main">
            <a:off x="2438400" y="4276725"/>
            <a:ext cx="2762250" cy="1333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615" b="0">
                <a:solidFill>
                  <a:srgbClr val="44403C"/>
                </a:solidFill>
                <a:latin typeface="Aptos"/>
                <a:ea typeface="Aptos"/>
                <a:cs typeface="Aptos"/>
              </a:defRPr>
            </a:pPr>
            <a:r>
              <a:rPr sz="615" b="0">
                <a:solidFill>
                  <a:srgbClr val="44403C"/>
                </a:solidFill>
                <a:latin typeface="Aptos"/>
                <a:ea typeface="Aptos"/>
                <a:cs typeface="Aptos"/>
              </a:rPr>
              <a:t>record_start, record_event, record_stop + internal analysis tools</a:t>
            </a:r>
          </a:p>
        </p:txBody>
      </p:sp>
      <p:sp>
        <p:nvSpPr>
          <p:cNvPr id="12" name="">
            <a:extLst xmlns:a="http://schemas.openxmlformats.org/drawingml/2006/main">
              <a:ext uri="{FF2B5EF4-FFF2-40B4-BE49-F238E27FC236}">
                <a16:creationId xmlns:a16="http://schemas.microsoft.com/office/drawing/2014/main" id="{16E3538E-21A8-46B5-A7E4-5A69F9CB207B}"/>
              </a:ext>
            </a:extLst>
          </p:cNvPr>
          <p:cNvSpPr>
            <a:spLocks xmlns:a="http://schemas.openxmlformats.org/drawingml/2006/main" noGrp="1"/>
          </p:cNvSpPr>
          <p:nvPr/>
        </p:nvSpPr>
        <p:spPr>
          <a:xfrm xmlns:a="http://schemas.openxmlformats.org/drawingml/2006/main">
            <a:off x="800100" y="4610100"/>
            <a:ext cx="76200" cy="76200"/>
          </a:xfrm>
          <a:prstGeom xmlns:a="http://schemas.openxmlformats.org/drawingml/2006/main" prst="ellipse">
            <a:avLst/>
          </a:prstGeom>
          <a:solidFill xmlns:a="http://schemas.openxmlformats.org/drawingml/2006/main">
            <a:srgbClr val="F59E0B"/>
          </a:solidFill>
          <a:ln xmlns:a="http://schemas.openxmlformats.org/drawingml/2006/main" w="0">
            <a:solidFill>
              <a:srgbClr val="000000">
                <a:alpha val="0"/>
              </a:srgbClr>
            </a:solidFill>
            <a:prstDash val="solid"/>
          </a:ln>
        </p:spPr>
      </p:sp>
      <p:sp>
        <p:nvSpPr>
          <p:cNvPr id="13" name="">
            <a:extLst xmlns:a="http://schemas.openxmlformats.org/drawingml/2006/main">
              <a:ext uri="{FF2B5EF4-FFF2-40B4-BE49-F238E27FC236}">
                <a16:creationId xmlns:a16="http://schemas.microsoft.com/office/drawing/2014/main" id="{A25061AD-1334-4DD9-ACB6-A0E5BADFFF60}"/>
              </a:ext>
            </a:extLst>
          </p:cNvPr>
          <p:cNvSpPr>
            <a:spLocks xmlns:a="http://schemas.openxmlformats.org/drawingml/2006/main" noGrp="1"/>
          </p:cNvSpPr>
          <p:nvPr/>
        </p:nvSpPr>
        <p:spPr>
          <a:xfrm xmlns:a="http://schemas.openxmlformats.org/drawingml/2006/main">
            <a:off x="990600" y="4543425"/>
            <a:ext cx="1428750" cy="1333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705" b="1">
                <a:solidFill>
                  <a:srgbClr val="050505"/>
                </a:solidFill>
                <a:latin typeface="Aptos"/>
                <a:ea typeface="Aptos"/>
                <a:cs typeface="Aptos"/>
              </a:defRPr>
            </a:pPr>
            <a:r>
              <a:rPr sz="705" b="1">
                <a:solidFill>
                  <a:srgbClr val="050505"/>
                </a:solidFill>
                <a:latin typeface="Aptos"/>
                <a:ea typeface="Aptos"/>
                <a:cs typeface="Aptos"/>
              </a:rPr>
              <a:t>Autonomous Loop</a:t>
            </a:r>
          </a:p>
        </p:txBody>
      </p:sp>
      <p:sp>
        <p:nvSpPr>
          <p:cNvPr id="14" name="">
            <a:extLst xmlns:a="http://schemas.openxmlformats.org/drawingml/2006/main">
              <a:ext uri="{FF2B5EF4-FFF2-40B4-BE49-F238E27FC236}">
                <a16:creationId xmlns:a16="http://schemas.microsoft.com/office/drawing/2014/main" id="{883C5946-B87C-453B-8F0E-FE9808BC5D1C}"/>
              </a:ext>
            </a:extLst>
          </p:cNvPr>
          <p:cNvSpPr>
            <a:spLocks xmlns:a="http://schemas.openxmlformats.org/drawingml/2006/main" noGrp="1"/>
          </p:cNvSpPr>
          <p:nvPr/>
        </p:nvSpPr>
        <p:spPr>
          <a:xfrm xmlns:a="http://schemas.openxmlformats.org/drawingml/2006/main">
            <a:off x="2438400" y="4543425"/>
            <a:ext cx="2762250" cy="1333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615" b="0">
                <a:solidFill>
                  <a:srgbClr val="44403C"/>
                </a:solidFill>
                <a:latin typeface="Aptos"/>
                <a:ea typeface="Aptos"/>
                <a:cs typeface="Aptos"/>
              </a:defRPr>
            </a:pPr>
            <a:r>
              <a:rPr sz="615" b="0">
                <a:solidFill>
                  <a:srgbClr val="44403C"/>
                </a:solidFill>
                <a:latin typeface="Aptos"/>
                <a:ea typeface="Aptos"/>
                <a:cs typeface="Aptos"/>
              </a:rPr>
              <a:t>generateText + tools + maxSteps; agent can iterate</a:t>
            </a:r>
          </a:p>
        </p:txBody>
      </p:sp>
      <p:sp>
        <p:nvSpPr>
          <p:cNvPr id="15" name="">
            <a:extLst xmlns:a="http://schemas.openxmlformats.org/drawingml/2006/main">
              <a:ext uri="{FF2B5EF4-FFF2-40B4-BE49-F238E27FC236}">
                <a16:creationId xmlns:a16="http://schemas.microsoft.com/office/drawing/2014/main" id="{727C5E0F-891F-474A-BA7E-2DA187E5B5CE}"/>
              </a:ext>
            </a:extLst>
          </p:cNvPr>
          <p:cNvSpPr>
            <a:spLocks xmlns:a="http://schemas.openxmlformats.org/drawingml/2006/main" noGrp="1"/>
          </p:cNvSpPr>
          <p:nvPr/>
        </p:nvSpPr>
        <p:spPr>
          <a:xfrm xmlns:a="http://schemas.openxmlformats.org/drawingml/2006/main">
            <a:off x="800100" y="4876800"/>
            <a:ext cx="76200" cy="76200"/>
          </a:xfrm>
          <a:prstGeom xmlns:a="http://schemas.openxmlformats.org/drawingml/2006/main" prst="ellipse">
            <a:avLst/>
          </a:prstGeom>
          <a:solidFill xmlns:a="http://schemas.openxmlformats.org/drawingml/2006/main">
            <a:srgbClr val="16A34A"/>
          </a:solidFill>
          <a:ln xmlns:a="http://schemas.openxmlformats.org/drawingml/2006/main" w="0">
            <a:solidFill>
              <a:srgbClr val="000000">
                <a:alpha val="0"/>
              </a:srgbClr>
            </a:solidFill>
            <a:prstDash val="solid"/>
          </a:ln>
        </p:spPr>
      </p:sp>
      <p:sp>
        <p:nvSpPr>
          <p:cNvPr id="16" name="">
            <a:extLst xmlns:a="http://schemas.openxmlformats.org/drawingml/2006/main">
              <a:ext uri="{FF2B5EF4-FFF2-40B4-BE49-F238E27FC236}">
                <a16:creationId xmlns:a16="http://schemas.microsoft.com/office/drawing/2014/main" id="{E38C28EB-8D8D-4DCC-ABBC-78B028386601}"/>
              </a:ext>
            </a:extLst>
          </p:cNvPr>
          <p:cNvSpPr>
            <a:spLocks xmlns:a="http://schemas.openxmlformats.org/drawingml/2006/main" noGrp="1"/>
          </p:cNvSpPr>
          <p:nvPr/>
        </p:nvSpPr>
        <p:spPr>
          <a:xfrm xmlns:a="http://schemas.openxmlformats.org/drawingml/2006/main">
            <a:off x="990600" y="4810125"/>
            <a:ext cx="1428750" cy="1333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705" b="1">
                <a:solidFill>
                  <a:srgbClr val="050505"/>
                </a:solidFill>
                <a:latin typeface="Aptos"/>
                <a:ea typeface="Aptos"/>
                <a:cs typeface="Aptos"/>
              </a:defRPr>
            </a:pPr>
            <a:r>
              <a:rPr sz="705" b="1">
                <a:solidFill>
                  <a:srgbClr val="050505"/>
                </a:solidFill>
                <a:latin typeface="Aptos"/>
                <a:ea typeface="Aptos"/>
                <a:cs typeface="Aptos"/>
              </a:rPr>
              <a:t>Decision Trace</a:t>
            </a:r>
          </a:p>
        </p:txBody>
      </p:sp>
      <p:sp>
        <p:nvSpPr>
          <p:cNvPr id="17" name="">
            <a:extLst xmlns:a="http://schemas.openxmlformats.org/drawingml/2006/main">
              <a:ext uri="{FF2B5EF4-FFF2-40B4-BE49-F238E27FC236}">
                <a16:creationId xmlns:a16="http://schemas.microsoft.com/office/drawing/2014/main" id="{2CD429E5-FAB9-4F5E-9DD0-FB8ABB0319D6}"/>
              </a:ext>
            </a:extLst>
          </p:cNvPr>
          <p:cNvSpPr>
            <a:spLocks xmlns:a="http://schemas.openxmlformats.org/drawingml/2006/main" noGrp="1"/>
          </p:cNvSpPr>
          <p:nvPr/>
        </p:nvSpPr>
        <p:spPr>
          <a:xfrm xmlns:a="http://schemas.openxmlformats.org/drawingml/2006/main">
            <a:off x="2438400" y="4810125"/>
            <a:ext cx="2762250" cy="1333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615" b="0">
                <a:solidFill>
                  <a:srgbClr val="44403C"/>
                </a:solidFill>
                <a:latin typeface="Aptos"/>
                <a:ea typeface="Aptos"/>
                <a:cs typeface="Aptos"/>
              </a:defRPr>
            </a:pPr>
            <a:r>
              <a:rPr sz="615" b="0">
                <a:solidFill>
                  <a:srgbClr val="44403C"/>
                </a:solidFill>
                <a:latin typeface="Aptos"/>
                <a:ea typeface="Aptos"/>
                <a:cs typeface="Aptos"/>
              </a:rPr>
              <a:t>tool choice and output summary stored as replay metadata</a:t>
            </a:r>
          </a:p>
        </p:txBody>
      </p:sp>
      <p:sp>
        <p:nvSpPr>
          <p:cNvPr id="18" name="">
            <a:extLst xmlns:a="http://schemas.openxmlformats.org/drawingml/2006/main">
              <a:ext uri="{FF2B5EF4-FFF2-40B4-BE49-F238E27FC236}">
                <a16:creationId xmlns:a16="http://schemas.microsoft.com/office/drawing/2014/main" id="{1801C130-88E6-48F8-9883-B961F0F95E3F}"/>
              </a:ext>
            </a:extLst>
          </p:cNvPr>
          <p:cNvSpPr>
            <a:spLocks xmlns:a="http://schemas.openxmlformats.org/drawingml/2006/main" noGrp="1"/>
          </p:cNvSpPr>
          <p:nvPr/>
        </p:nvSpPr>
        <p:spPr>
          <a:xfrm xmlns:a="http://schemas.openxmlformats.org/drawingml/2006/main">
            <a:off x="6191250" y="1371600"/>
            <a:ext cx="1524000" cy="876300"/>
          </a:xfrm>
          <a:prstGeom xmlns:a="http://schemas.openxmlformats.org/drawingml/2006/main" prst="roundRect">
            <a:avLst>
              <a:gd name="adj" fmla="val 8696"/>
            </a:avLst>
          </a:prstGeom>
          <a:solidFill xmlns:a="http://schemas.openxmlformats.org/drawingml/2006/main">
            <a:srgbClr val="FFFFFF"/>
          </a:solidFill>
          <a:ln xmlns:a="http://schemas.openxmlformats.org/drawingml/2006/main" w="9525">
            <a:solidFill>
              <a:srgbClr val="E0DFDD"/>
            </a:solidFill>
            <a:prstDash val="solid"/>
          </a:ln>
        </p:spPr>
      </p:sp>
      <p:sp>
        <p:nvSpPr>
          <p:cNvPr id="19" name="">
            <a:extLst xmlns:a="http://schemas.openxmlformats.org/drawingml/2006/main">
              <a:ext uri="{FF2B5EF4-FFF2-40B4-BE49-F238E27FC236}">
                <a16:creationId xmlns:a16="http://schemas.microsoft.com/office/drawing/2014/main" id="{3C94FDCF-AC42-46F8-BE23-EEEBF41559EA}"/>
              </a:ext>
            </a:extLst>
          </p:cNvPr>
          <p:cNvSpPr>
            <a:spLocks xmlns:a="http://schemas.openxmlformats.org/drawingml/2006/main" noGrp="1"/>
          </p:cNvSpPr>
          <p:nvPr/>
        </p:nvSpPr>
        <p:spPr>
          <a:xfrm xmlns:a="http://schemas.openxmlformats.org/drawingml/2006/main">
            <a:off x="6343650" y="1514475"/>
            <a:ext cx="121920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38" b="1">
                <a:solidFill>
                  <a:srgbClr val="050505"/>
                </a:solidFill>
                <a:latin typeface="Aptos"/>
                <a:ea typeface="Aptos"/>
                <a:cs typeface="Aptos"/>
              </a:defRPr>
            </a:pPr>
            <a:r>
              <a:rPr sz="938" b="1">
                <a:solidFill>
                  <a:srgbClr val="050505"/>
                </a:solidFill>
                <a:latin typeface="Aptos"/>
                <a:ea typeface="Aptos"/>
                <a:cs typeface="Aptos"/>
              </a:rPr>
              <a:t>Agent Harness</a:t>
            </a:r>
          </a:p>
        </p:txBody>
      </p:sp>
      <p:sp>
        <p:nvSpPr>
          <p:cNvPr id="20" name="">
            <a:extLst xmlns:a="http://schemas.openxmlformats.org/drawingml/2006/main">
              <a:ext uri="{FF2B5EF4-FFF2-40B4-BE49-F238E27FC236}">
                <a16:creationId xmlns:a16="http://schemas.microsoft.com/office/drawing/2014/main" id="{4885AF53-5F4C-4E83-96B1-138DB681637A}"/>
              </a:ext>
            </a:extLst>
          </p:cNvPr>
          <p:cNvSpPr>
            <a:spLocks xmlns:a="http://schemas.openxmlformats.org/drawingml/2006/main" noGrp="1"/>
          </p:cNvSpPr>
          <p:nvPr/>
        </p:nvSpPr>
        <p:spPr>
          <a:xfrm xmlns:a="http://schemas.openxmlformats.org/drawingml/2006/main">
            <a:off x="6343650" y="1790700"/>
            <a:ext cx="1219200" cy="3619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660" b="0">
                <a:solidFill>
                  <a:srgbClr val="44403C"/>
                </a:solidFill>
                <a:latin typeface="Aptos"/>
                <a:ea typeface="Aptos"/>
                <a:cs typeface="Aptos"/>
              </a:defRPr>
            </a:pPr>
            <a:r>
              <a:rPr sz="660" b="0">
                <a:solidFill>
                  <a:srgbClr val="44403C"/>
                </a:solidFill>
                <a:latin typeface="Aptos"/>
                <a:ea typeface="Aptos"/>
                <a:cs typeface="Aptos"/>
              </a:rPr>
              <a:t>Claude Code, Codex, OpenCode, OpenClaw, Cline, Aider</a:t>
            </a:r>
          </a:p>
        </p:txBody>
      </p:sp>
      <p:sp>
        <p:nvSpPr>
          <p:cNvPr id="21" name="">
            <a:extLst xmlns:a="http://schemas.openxmlformats.org/drawingml/2006/main">
              <a:ext uri="{FF2B5EF4-FFF2-40B4-BE49-F238E27FC236}">
                <a16:creationId xmlns:a16="http://schemas.microsoft.com/office/drawing/2014/main" id="{5F3335ED-CB78-426D-A184-8A07C3C94A60}"/>
              </a:ext>
            </a:extLst>
          </p:cNvPr>
          <p:cNvSpPr>
            <a:spLocks xmlns:a="http://schemas.openxmlformats.org/drawingml/2006/main" noGrp="1"/>
          </p:cNvSpPr>
          <p:nvPr/>
        </p:nvSpPr>
        <p:spPr>
          <a:xfrm xmlns:a="http://schemas.openxmlformats.org/drawingml/2006/main">
            <a:off x="7734300" y="1800225"/>
            <a:ext cx="323850" cy="14288"/>
          </a:xfrm>
          <a:prstGeom xmlns:a="http://schemas.openxmlformats.org/drawingml/2006/main" prst="rect">
            <a:avLst/>
          </a:prstGeom>
          <a:solidFill xmlns:a="http://schemas.openxmlformats.org/drawingml/2006/main">
            <a:srgbClr val="050505"/>
          </a:solidFill>
          <a:ln xmlns:a="http://schemas.openxmlformats.org/drawingml/2006/main" w="0">
            <a:solidFill>
              <a:srgbClr val="000000">
                <a:alpha val="0"/>
              </a:srgbClr>
            </a:solidFill>
            <a:prstDash val="solid"/>
          </a:ln>
        </p:spPr>
      </p:sp>
      <p:sp>
        <p:nvSpPr>
          <p:cNvPr id="22" name="">
            <a:extLst xmlns:a="http://schemas.openxmlformats.org/drawingml/2006/main">
              <a:ext uri="{FF2B5EF4-FFF2-40B4-BE49-F238E27FC236}">
                <a16:creationId xmlns:a16="http://schemas.microsoft.com/office/drawing/2014/main" id="{31781081-1690-4454-B2A1-095B5314DC5F}"/>
              </a:ext>
            </a:extLst>
          </p:cNvPr>
          <p:cNvSpPr>
            <a:spLocks xmlns:a="http://schemas.openxmlformats.org/drawingml/2006/main" noGrp="1"/>
          </p:cNvSpPr>
          <p:nvPr/>
        </p:nvSpPr>
        <p:spPr>
          <a:xfrm xmlns:a="http://schemas.openxmlformats.org/drawingml/2006/main">
            <a:off x="8086725" y="1714500"/>
            <a:ext cx="13335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125" b="1">
                <a:solidFill>
                  <a:srgbClr val="050505"/>
                </a:solidFill>
                <a:latin typeface="Aptos"/>
                <a:ea typeface="Aptos"/>
                <a:cs typeface="Aptos"/>
              </a:defRPr>
            </a:pPr>
            <a:r>
              <a:rPr sz="1125" b="1">
                <a:solidFill>
                  <a:srgbClr val="050505"/>
                </a:solidFill>
                <a:latin typeface="Aptos"/>
                <a:ea typeface="Aptos"/>
                <a:cs typeface="Aptos"/>
              </a:rPr>
              <a:t>&gt;</a:t>
            </a:r>
          </a:p>
        </p:txBody>
      </p:sp>
      <p:sp>
        <p:nvSpPr>
          <p:cNvPr id="23" name="">
            <a:extLst xmlns:a="http://schemas.openxmlformats.org/drawingml/2006/main">
              <a:ext uri="{FF2B5EF4-FFF2-40B4-BE49-F238E27FC236}">
                <a16:creationId xmlns:a16="http://schemas.microsoft.com/office/drawing/2014/main" id="{794784AB-866F-4692-90E8-5951044B9197}"/>
              </a:ext>
            </a:extLst>
          </p:cNvPr>
          <p:cNvSpPr>
            <a:spLocks xmlns:a="http://schemas.openxmlformats.org/drawingml/2006/main" noGrp="1"/>
          </p:cNvSpPr>
          <p:nvPr/>
        </p:nvSpPr>
        <p:spPr>
          <a:xfrm xmlns:a="http://schemas.openxmlformats.org/drawingml/2006/main">
            <a:off x="7772400" y="1895475"/>
            <a:ext cx="247650" cy="1333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555" b="0">
                <a:solidFill>
                  <a:srgbClr val="78716C"/>
                </a:solidFill>
                <a:latin typeface="Aptos"/>
                <a:ea typeface="Aptos"/>
                <a:cs typeface="Aptos"/>
              </a:defRPr>
            </a:pPr>
            <a:r>
              <a:rPr sz="555" b="0">
                <a:solidFill>
                  <a:srgbClr val="78716C"/>
                </a:solidFill>
                <a:latin typeface="Aptos"/>
                <a:ea typeface="Aptos"/>
                <a:cs typeface="Aptos"/>
              </a:rPr>
              <a:t>events</a:t>
            </a:r>
          </a:p>
        </p:txBody>
      </p:sp>
      <p:sp>
        <p:nvSpPr>
          <p:cNvPr id="24" name="">
            <a:extLst xmlns:a="http://schemas.openxmlformats.org/drawingml/2006/main">
              <a:ext uri="{FF2B5EF4-FFF2-40B4-BE49-F238E27FC236}">
                <a16:creationId xmlns:a16="http://schemas.microsoft.com/office/drawing/2014/main" id="{A5DD44DE-AE33-4696-BE10-D04007485953}"/>
              </a:ext>
            </a:extLst>
          </p:cNvPr>
          <p:cNvSpPr>
            <a:spLocks xmlns:a="http://schemas.openxmlformats.org/drawingml/2006/main" noGrp="1"/>
          </p:cNvSpPr>
          <p:nvPr/>
        </p:nvSpPr>
        <p:spPr>
          <a:xfrm xmlns:a="http://schemas.openxmlformats.org/drawingml/2006/main">
            <a:off x="8172450" y="1371600"/>
            <a:ext cx="1524000" cy="876300"/>
          </a:xfrm>
          <a:prstGeom xmlns:a="http://schemas.openxmlformats.org/drawingml/2006/main" prst="roundRect">
            <a:avLst>
              <a:gd name="adj" fmla="val 8696"/>
            </a:avLst>
          </a:prstGeom>
          <a:solidFill xmlns:a="http://schemas.openxmlformats.org/drawingml/2006/main">
            <a:srgbClr val="FFF7ED"/>
          </a:solidFill>
          <a:ln xmlns:a="http://schemas.openxmlformats.org/drawingml/2006/main" w="9525">
            <a:solidFill>
              <a:srgbClr val="FED7AA"/>
            </a:solidFill>
            <a:prstDash val="solid"/>
          </a:ln>
        </p:spPr>
      </p:sp>
      <p:sp>
        <p:nvSpPr>
          <p:cNvPr id="25" name="">
            <a:extLst xmlns:a="http://schemas.openxmlformats.org/drawingml/2006/main">
              <a:ext uri="{FF2B5EF4-FFF2-40B4-BE49-F238E27FC236}">
                <a16:creationId xmlns:a16="http://schemas.microsoft.com/office/drawing/2014/main" id="{F41650A7-99F6-40BC-8CAD-33E2C6C282C3}"/>
              </a:ext>
            </a:extLst>
          </p:cNvPr>
          <p:cNvSpPr>
            <a:spLocks xmlns:a="http://schemas.openxmlformats.org/drawingml/2006/main" noGrp="1"/>
          </p:cNvSpPr>
          <p:nvPr/>
        </p:nvSpPr>
        <p:spPr>
          <a:xfrm xmlns:a="http://schemas.openxmlformats.org/drawingml/2006/main">
            <a:off x="8324850" y="1514475"/>
            <a:ext cx="121920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38" b="1">
                <a:solidFill>
                  <a:srgbClr val="050505"/>
                </a:solidFill>
                <a:latin typeface="Aptos"/>
                <a:ea typeface="Aptos"/>
                <a:cs typeface="Aptos"/>
              </a:defRPr>
            </a:pPr>
            <a:r>
              <a:rPr sz="938" b="1">
                <a:solidFill>
                  <a:srgbClr val="050505"/>
                </a:solidFill>
                <a:latin typeface="Aptos"/>
                <a:ea typeface="Aptos"/>
                <a:cs typeface="Aptos"/>
              </a:rPr>
              <a:t>MCP + Hooks</a:t>
            </a:r>
          </a:p>
        </p:txBody>
      </p:sp>
      <p:sp>
        <p:nvSpPr>
          <p:cNvPr id="26" name="">
            <a:extLst xmlns:a="http://schemas.openxmlformats.org/drawingml/2006/main">
              <a:ext uri="{FF2B5EF4-FFF2-40B4-BE49-F238E27FC236}">
                <a16:creationId xmlns:a16="http://schemas.microsoft.com/office/drawing/2014/main" id="{2CDD7148-79A2-4E2C-BCEA-D4EED2A7C484}"/>
              </a:ext>
            </a:extLst>
          </p:cNvPr>
          <p:cNvSpPr>
            <a:spLocks xmlns:a="http://schemas.openxmlformats.org/drawingml/2006/main" noGrp="1"/>
          </p:cNvSpPr>
          <p:nvPr/>
        </p:nvSpPr>
        <p:spPr>
          <a:xfrm xmlns:a="http://schemas.openxmlformats.org/drawingml/2006/main">
            <a:off x="8324850" y="1790700"/>
            <a:ext cx="1219200" cy="3619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660" b="0">
                <a:solidFill>
                  <a:srgbClr val="44403C"/>
                </a:solidFill>
                <a:latin typeface="Aptos"/>
                <a:ea typeface="Aptos"/>
                <a:cs typeface="Aptos"/>
              </a:defRPr>
            </a:pPr>
            <a:r>
              <a:rPr sz="660" b="0">
                <a:solidFill>
                  <a:srgbClr val="44403C"/>
                </a:solidFill>
                <a:latin typeface="Aptos"/>
                <a:ea typeface="Aptos"/>
                <a:cs typeface="Aptos"/>
              </a:rPr>
              <a:t>explicit start/stop plus automatic tool-call capture</a:t>
            </a:r>
          </a:p>
        </p:txBody>
      </p:sp>
      <p:sp>
        <p:nvSpPr>
          <p:cNvPr id="27" name="">
            <a:extLst xmlns:a="http://schemas.openxmlformats.org/drawingml/2006/main">
              <a:ext uri="{FF2B5EF4-FFF2-40B4-BE49-F238E27FC236}">
                <a16:creationId xmlns:a16="http://schemas.microsoft.com/office/drawing/2014/main" id="{D9289F23-8F79-4C45-84E6-55AA3D644EB5}"/>
              </a:ext>
            </a:extLst>
          </p:cNvPr>
          <p:cNvSpPr>
            <a:spLocks xmlns:a="http://schemas.openxmlformats.org/drawingml/2006/main" noGrp="1"/>
          </p:cNvSpPr>
          <p:nvPr/>
        </p:nvSpPr>
        <p:spPr>
          <a:xfrm xmlns:a="http://schemas.openxmlformats.org/drawingml/2006/main">
            <a:off x="9715500" y="1800225"/>
            <a:ext cx="323850" cy="14288"/>
          </a:xfrm>
          <a:prstGeom xmlns:a="http://schemas.openxmlformats.org/drawingml/2006/main" prst="rect">
            <a:avLst/>
          </a:prstGeom>
          <a:solidFill xmlns:a="http://schemas.openxmlformats.org/drawingml/2006/main">
            <a:srgbClr val="050505"/>
          </a:solidFill>
          <a:ln xmlns:a="http://schemas.openxmlformats.org/drawingml/2006/main" w="0">
            <a:solidFill>
              <a:srgbClr val="000000">
                <a:alpha val="0"/>
              </a:srgbClr>
            </a:solidFill>
            <a:prstDash val="solid"/>
          </a:ln>
        </p:spPr>
      </p:sp>
      <p:sp>
        <p:nvSpPr>
          <p:cNvPr id="28" name="">
            <a:extLst xmlns:a="http://schemas.openxmlformats.org/drawingml/2006/main">
              <a:ext uri="{FF2B5EF4-FFF2-40B4-BE49-F238E27FC236}">
                <a16:creationId xmlns:a16="http://schemas.microsoft.com/office/drawing/2014/main" id="{FD17DA91-A6A4-43DE-A186-75F40A56BE5D}"/>
              </a:ext>
            </a:extLst>
          </p:cNvPr>
          <p:cNvSpPr>
            <a:spLocks xmlns:a="http://schemas.openxmlformats.org/drawingml/2006/main" noGrp="1"/>
          </p:cNvSpPr>
          <p:nvPr/>
        </p:nvSpPr>
        <p:spPr>
          <a:xfrm xmlns:a="http://schemas.openxmlformats.org/drawingml/2006/main">
            <a:off x="10067925" y="1714500"/>
            <a:ext cx="13335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125" b="1">
                <a:solidFill>
                  <a:srgbClr val="050505"/>
                </a:solidFill>
                <a:latin typeface="Aptos"/>
                <a:ea typeface="Aptos"/>
                <a:cs typeface="Aptos"/>
              </a:defRPr>
            </a:pPr>
            <a:r>
              <a:rPr sz="1125" b="1">
                <a:solidFill>
                  <a:srgbClr val="050505"/>
                </a:solidFill>
                <a:latin typeface="Aptos"/>
                <a:ea typeface="Aptos"/>
                <a:cs typeface="Aptos"/>
              </a:rPr>
              <a:t>&gt;</a:t>
            </a:r>
          </a:p>
        </p:txBody>
      </p:sp>
      <p:sp>
        <p:nvSpPr>
          <p:cNvPr id="29" name="">
            <a:extLst xmlns:a="http://schemas.openxmlformats.org/drawingml/2006/main">
              <a:ext uri="{FF2B5EF4-FFF2-40B4-BE49-F238E27FC236}">
                <a16:creationId xmlns:a16="http://schemas.microsoft.com/office/drawing/2014/main" id="{FF2D6389-108C-448F-B209-A0D796DF03B2}"/>
              </a:ext>
            </a:extLst>
          </p:cNvPr>
          <p:cNvSpPr>
            <a:spLocks xmlns:a="http://schemas.openxmlformats.org/drawingml/2006/main" noGrp="1"/>
          </p:cNvSpPr>
          <p:nvPr/>
        </p:nvSpPr>
        <p:spPr>
          <a:xfrm xmlns:a="http://schemas.openxmlformats.org/drawingml/2006/main">
            <a:off x="9753600" y="1895475"/>
            <a:ext cx="247650" cy="1333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555" b="0">
                <a:solidFill>
                  <a:srgbClr val="78716C"/>
                </a:solidFill>
                <a:latin typeface="Aptos"/>
                <a:ea typeface="Aptos"/>
                <a:cs typeface="Aptos"/>
              </a:defRPr>
            </a:pPr>
            <a:r>
              <a:rPr sz="555" b="0">
                <a:solidFill>
                  <a:srgbClr val="78716C"/>
                </a:solidFill>
                <a:latin typeface="Aptos"/>
                <a:ea typeface="Aptos"/>
                <a:cs typeface="Aptos"/>
              </a:rPr>
              <a:t>API</a:t>
            </a:r>
          </a:p>
        </p:txBody>
      </p:sp>
      <p:sp>
        <p:nvSpPr>
          <p:cNvPr id="30" name="">
            <a:extLst xmlns:a="http://schemas.openxmlformats.org/drawingml/2006/main">
              <a:ext uri="{FF2B5EF4-FFF2-40B4-BE49-F238E27FC236}">
                <a16:creationId xmlns:a16="http://schemas.microsoft.com/office/drawing/2014/main" id="{C336307A-B89D-4D84-8147-AEF37FA5CC18}"/>
              </a:ext>
            </a:extLst>
          </p:cNvPr>
          <p:cNvSpPr>
            <a:spLocks xmlns:a="http://schemas.openxmlformats.org/drawingml/2006/main" noGrp="1"/>
          </p:cNvSpPr>
          <p:nvPr/>
        </p:nvSpPr>
        <p:spPr>
          <a:xfrm xmlns:a="http://schemas.openxmlformats.org/drawingml/2006/main">
            <a:off x="10153650" y="1371600"/>
            <a:ext cx="1371600" cy="952500"/>
          </a:xfrm>
          <a:prstGeom xmlns:a="http://schemas.openxmlformats.org/drawingml/2006/main" prst="roundRect">
            <a:avLst>
              <a:gd name="adj" fmla="val 8000"/>
            </a:avLst>
          </a:prstGeom>
          <a:solidFill xmlns:a="http://schemas.openxmlformats.org/drawingml/2006/main">
            <a:srgbClr val="FFFFFF"/>
          </a:solidFill>
          <a:ln xmlns:a="http://schemas.openxmlformats.org/drawingml/2006/main" w="9525">
            <a:solidFill>
              <a:srgbClr val="E0DFDD"/>
            </a:solidFill>
            <a:prstDash val="solid"/>
          </a:ln>
        </p:spPr>
      </p:sp>
      <p:sp>
        <p:nvSpPr>
          <p:cNvPr id="31" name="">
            <a:extLst xmlns:a="http://schemas.openxmlformats.org/drawingml/2006/main">
              <a:ext uri="{FF2B5EF4-FFF2-40B4-BE49-F238E27FC236}">
                <a16:creationId xmlns:a16="http://schemas.microsoft.com/office/drawing/2014/main" id="{AA88EC70-84F0-4EB8-A074-945A1847F1C1}"/>
              </a:ext>
            </a:extLst>
          </p:cNvPr>
          <p:cNvSpPr>
            <a:spLocks xmlns:a="http://schemas.openxmlformats.org/drawingml/2006/main" noGrp="1"/>
          </p:cNvSpPr>
          <p:nvPr/>
        </p:nvSpPr>
        <p:spPr>
          <a:xfrm xmlns:a="http://schemas.openxmlformats.org/drawingml/2006/main">
            <a:off x="10306050" y="1514475"/>
            <a:ext cx="106680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38" b="1">
                <a:solidFill>
                  <a:srgbClr val="050505"/>
                </a:solidFill>
                <a:latin typeface="Aptos"/>
                <a:ea typeface="Aptos"/>
                <a:cs typeface="Aptos"/>
              </a:defRPr>
            </a:pPr>
            <a:r>
              <a:rPr sz="938" b="1">
                <a:solidFill>
                  <a:srgbClr val="050505"/>
                </a:solidFill>
                <a:latin typeface="Aptos"/>
                <a:ea typeface="Aptos"/>
                <a:cs typeface="Aptos"/>
              </a:rPr>
              <a:t>Looma API</a:t>
            </a:r>
          </a:p>
        </p:txBody>
      </p:sp>
      <p:sp>
        <p:nvSpPr>
          <p:cNvPr id="32" name="">
            <a:extLst xmlns:a="http://schemas.openxmlformats.org/drawingml/2006/main">
              <a:ext uri="{FF2B5EF4-FFF2-40B4-BE49-F238E27FC236}">
                <a16:creationId xmlns:a16="http://schemas.microsoft.com/office/drawing/2014/main" id="{403025C6-391E-41B7-AA88-6EB9A53EF606}"/>
              </a:ext>
            </a:extLst>
          </p:cNvPr>
          <p:cNvSpPr>
            <a:spLocks xmlns:a="http://schemas.openxmlformats.org/drawingml/2006/main" noGrp="1"/>
          </p:cNvSpPr>
          <p:nvPr/>
        </p:nvSpPr>
        <p:spPr>
          <a:xfrm xmlns:a="http://schemas.openxmlformats.org/drawingml/2006/main">
            <a:off x="10306050" y="1790700"/>
            <a:ext cx="1066800" cy="4381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660" b="0">
                <a:solidFill>
                  <a:srgbClr val="44403C"/>
                </a:solidFill>
                <a:latin typeface="Aptos"/>
                <a:ea typeface="Aptos"/>
                <a:cs typeface="Aptos"/>
              </a:defRPr>
            </a:pPr>
            <a:r>
              <a:rPr sz="660" b="0">
                <a:solidFill>
                  <a:srgbClr val="44403C"/>
                </a:solidFill>
                <a:latin typeface="Aptos"/>
                <a:ea typeface="Aptos"/>
                <a:cs typeface="Aptos"/>
              </a:rPr>
              <a:t>normalize, redact, store, stream</a:t>
            </a:r>
          </a:p>
        </p:txBody>
      </p:sp>
      <p:sp>
        <p:nvSpPr>
          <p:cNvPr id="33" name="">
            <a:extLst xmlns:a="http://schemas.openxmlformats.org/drawingml/2006/main">
              <a:ext uri="{FF2B5EF4-FFF2-40B4-BE49-F238E27FC236}">
                <a16:creationId xmlns:a16="http://schemas.microsoft.com/office/drawing/2014/main" id="{3FEFE8ED-A4CC-4D41-8407-905040ACE1C2}"/>
              </a:ext>
            </a:extLst>
          </p:cNvPr>
          <p:cNvSpPr>
            <a:spLocks xmlns:a="http://schemas.openxmlformats.org/drawingml/2006/main" noGrp="1"/>
          </p:cNvSpPr>
          <p:nvPr/>
        </p:nvSpPr>
        <p:spPr>
          <a:xfrm xmlns:a="http://schemas.openxmlformats.org/drawingml/2006/main">
            <a:off x="10839450" y="2324100"/>
            <a:ext cx="14288" cy="628650"/>
          </a:xfrm>
          <a:prstGeom xmlns:a="http://schemas.openxmlformats.org/drawingml/2006/main" prst="rect">
            <a:avLst/>
          </a:prstGeom>
          <a:solidFill xmlns:a="http://schemas.openxmlformats.org/drawingml/2006/main">
            <a:srgbClr val="050505"/>
          </a:solidFill>
          <a:ln xmlns:a="http://schemas.openxmlformats.org/drawingml/2006/main" w="0">
            <a:solidFill>
              <a:srgbClr val="000000">
                <a:alpha val="0"/>
              </a:srgbClr>
            </a:solidFill>
            <a:prstDash val="solid"/>
          </a:ln>
        </p:spPr>
      </p:sp>
      <p:sp>
        <p:nvSpPr>
          <p:cNvPr id="34" name="">
            <a:extLst xmlns:a="http://schemas.openxmlformats.org/drawingml/2006/main">
              <a:ext uri="{FF2B5EF4-FFF2-40B4-BE49-F238E27FC236}">
                <a16:creationId xmlns:a16="http://schemas.microsoft.com/office/drawing/2014/main" id="{20449BF8-843D-4769-BB27-139F32A1A5A5}"/>
              </a:ext>
            </a:extLst>
          </p:cNvPr>
          <p:cNvSpPr>
            <a:spLocks xmlns:a="http://schemas.openxmlformats.org/drawingml/2006/main" noGrp="1"/>
          </p:cNvSpPr>
          <p:nvPr/>
        </p:nvSpPr>
        <p:spPr>
          <a:xfrm xmlns:a="http://schemas.openxmlformats.org/drawingml/2006/main">
            <a:off x="10782300" y="2895600"/>
            <a:ext cx="13335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125" b="1">
                <a:solidFill>
                  <a:srgbClr val="050505"/>
                </a:solidFill>
                <a:latin typeface="Aptos"/>
                <a:ea typeface="Aptos"/>
                <a:cs typeface="Aptos"/>
              </a:defRPr>
            </a:pPr>
            <a:r>
              <a:rPr sz="1125" b="1">
                <a:solidFill>
                  <a:srgbClr val="050505"/>
                </a:solidFill>
                <a:latin typeface="Aptos"/>
                <a:ea typeface="Aptos"/>
                <a:cs typeface="Aptos"/>
              </a:rPr>
              <a:t>v</a:t>
            </a:r>
          </a:p>
        </p:txBody>
      </p:sp>
      <p:sp>
        <p:nvSpPr>
          <p:cNvPr id="35" name="">
            <a:extLst xmlns:a="http://schemas.openxmlformats.org/drawingml/2006/main">
              <a:ext uri="{FF2B5EF4-FFF2-40B4-BE49-F238E27FC236}">
                <a16:creationId xmlns:a16="http://schemas.microsoft.com/office/drawing/2014/main" id="{42938133-3477-497E-9DFF-6192E033E88B}"/>
              </a:ext>
            </a:extLst>
          </p:cNvPr>
          <p:cNvSpPr>
            <a:spLocks xmlns:a="http://schemas.openxmlformats.org/drawingml/2006/main" noGrp="1"/>
          </p:cNvSpPr>
          <p:nvPr/>
        </p:nvSpPr>
        <p:spPr>
          <a:xfrm xmlns:a="http://schemas.openxmlformats.org/drawingml/2006/main">
            <a:off x="9563100" y="3105150"/>
            <a:ext cx="1962150" cy="857250"/>
          </a:xfrm>
          <a:prstGeom xmlns:a="http://schemas.openxmlformats.org/drawingml/2006/main" prst="roundRect">
            <a:avLst>
              <a:gd name="adj" fmla="val 8889"/>
            </a:avLst>
          </a:prstGeom>
          <a:solidFill xmlns:a="http://schemas.openxmlformats.org/drawingml/2006/main">
            <a:srgbClr val="F0FDF4"/>
          </a:solidFill>
          <a:ln xmlns:a="http://schemas.openxmlformats.org/drawingml/2006/main" w="9525">
            <a:solidFill>
              <a:srgbClr val="BBF7D0"/>
            </a:solidFill>
            <a:prstDash val="solid"/>
          </a:ln>
        </p:spPr>
      </p:sp>
      <p:sp>
        <p:nvSpPr>
          <p:cNvPr id="36" name="">
            <a:extLst xmlns:a="http://schemas.openxmlformats.org/drawingml/2006/main">
              <a:ext uri="{FF2B5EF4-FFF2-40B4-BE49-F238E27FC236}">
                <a16:creationId xmlns:a16="http://schemas.microsoft.com/office/drawing/2014/main" id="{B4F7E070-C089-4C27-A18E-A6E293027126}"/>
              </a:ext>
            </a:extLst>
          </p:cNvPr>
          <p:cNvSpPr>
            <a:spLocks xmlns:a="http://schemas.openxmlformats.org/drawingml/2006/main" noGrp="1"/>
          </p:cNvSpPr>
          <p:nvPr/>
        </p:nvSpPr>
        <p:spPr>
          <a:xfrm xmlns:a="http://schemas.openxmlformats.org/drawingml/2006/main">
            <a:off x="9715500" y="3248025"/>
            <a:ext cx="165735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38" b="1">
                <a:solidFill>
                  <a:srgbClr val="050505"/>
                </a:solidFill>
                <a:latin typeface="Aptos"/>
                <a:ea typeface="Aptos"/>
                <a:cs typeface="Aptos"/>
              </a:defRPr>
            </a:pPr>
            <a:r>
              <a:rPr sz="938" b="1">
                <a:solidFill>
                  <a:srgbClr val="050505"/>
                </a:solidFill>
                <a:latin typeface="Aptos"/>
                <a:ea typeface="Aptos"/>
                <a:cs typeface="Aptos"/>
              </a:rPr>
              <a:t>Supabase Realtime</a:t>
            </a:r>
          </a:p>
        </p:txBody>
      </p:sp>
      <p:sp>
        <p:nvSpPr>
          <p:cNvPr id="37" name="">
            <a:extLst xmlns:a="http://schemas.openxmlformats.org/drawingml/2006/main">
              <a:ext uri="{FF2B5EF4-FFF2-40B4-BE49-F238E27FC236}">
                <a16:creationId xmlns:a16="http://schemas.microsoft.com/office/drawing/2014/main" id="{37C326DD-88CC-48B0-ADDE-168020FAFC39}"/>
              </a:ext>
            </a:extLst>
          </p:cNvPr>
          <p:cNvSpPr>
            <a:spLocks xmlns:a="http://schemas.openxmlformats.org/drawingml/2006/main" noGrp="1"/>
          </p:cNvSpPr>
          <p:nvPr/>
        </p:nvSpPr>
        <p:spPr>
          <a:xfrm xmlns:a="http://schemas.openxmlformats.org/drawingml/2006/main">
            <a:off x="9715500" y="3524250"/>
            <a:ext cx="1657350" cy="3429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660" b="0">
                <a:solidFill>
                  <a:srgbClr val="44403C"/>
                </a:solidFill>
                <a:latin typeface="Aptos"/>
                <a:ea typeface="Aptos"/>
                <a:cs typeface="Aptos"/>
              </a:defRPr>
            </a:pPr>
            <a:r>
              <a:rPr sz="660" b="0">
                <a:solidFill>
                  <a:srgbClr val="44403C"/>
                </a:solidFill>
                <a:latin typeface="Aptos"/>
                <a:ea typeface="Aptos"/>
                <a:cs typeface="Aptos"/>
              </a:rPr>
              <a:t>sessions, events, markers, chapters, notes</a:t>
            </a:r>
          </a:p>
        </p:txBody>
      </p:sp>
      <p:sp>
        <p:nvSpPr>
          <p:cNvPr id="38" name="">
            <a:extLst xmlns:a="http://schemas.openxmlformats.org/drawingml/2006/main">
              <a:ext uri="{FF2B5EF4-FFF2-40B4-BE49-F238E27FC236}">
                <a16:creationId xmlns:a16="http://schemas.microsoft.com/office/drawing/2014/main" id="{59B0D9E7-D24F-4EB4-A19F-BEBA058372EC}"/>
              </a:ext>
            </a:extLst>
          </p:cNvPr>
          <p:cNvSpPr>
            <a:spLocks xmlns:a="http://schemas.openxmlformats.org/drawingml/2006/main" noGrp="1"/>
          </p:cNvSpPr>
          <p:nvPr/>
        </p:nvSpPr>
        <p:spPr>
          <a:xfrm xmlns:a="http://schemas.openxmlformats.org/drawingml/2006/main">
            <a:off x="7962900" y="3533775"/>
            <a:ext cx="1466850" cy="14288"/>
          </a:xfrm>
          <a:prstGeom xmlns:a="http://schemas.openxmlformats.org/drawingml/2006/main" prst="rect">
            <a:avLst/>
          </a:prstGeom>
          <a:solidFill xmlns:a="http://schemas.openxmlformats.org/drawingml/2006/main">
            <a:srgbClr val="050505"/>
          </a:solidFill>
          <a:ln xmlns:a="http://schemas.openxmlformats.org/drawingml/2006/main" w="0">
            <a:solidFill>
              <a:srgbClr val="000000">
                <a:alpha val="0"/>
              </a:srgbClr>
            </a:solidFill>
            <a:prstDash val="solid"/>
          </a:ln>
        </p:spPr>
      </p:sp>
      <p:sp>
        <p:nvSpPr>
          <p:cNvPr id="39" name="">
            <a:extLst xmlns:a="http://schemas.openxmlformats.org/drawingml/2006/main">
              <a:ext uri="{FF2B5EF4-FFF2-40B4-BE49-F238E27FC236}">
                <a16:creationId xmlns:a16="http://schemas.microsoft.com/office/drawing/2014/main" id="{FB134BEE-01AD-4583-9E95-C9275B3024BF}"/>
              </a:ext>
            </a:extLst>
          </p:cNvPr>
          <p:cNvSpPr>
            <a:spLocks xmlns:a="http://schemas.openxmlformats.org/drawingml/2006/main" noGrp="1"/>
          </p:cNvSpPr>
          <p:nvPr/>
        </p:nvSpPr>
        <p:spPr>
          <a:xfrm xmlns:a="http://schemas.openxmlformats.org/drawingml/2006/main">
            <a:off x="9458325" y="3448050"/>
            <a:ext cx="13335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125" b="1">
                <a:solidFill>
                  <a:srgbClr val="050505"/>
                </a:solidFill>
                <a:latin typeface="Aptos"/>
                <a:ea typeface="Aptos"/>
                <a:cs typeface="Aptos"/>
              </a:defRPr>
            </a:pPr>
            <a:r>
              <a:rPr sz="1125" b="1">
                <a:solidFill>
                  <a:srgbClr val="050505"/>
                </a:solidFill>
                <a:latin typeface="Aptos"/>
                <a:ea typeface="Aptos"/>
                <a:cs typeface="Aptos"/>
              </a:rPr>
              <a:t>&gt;</a:t>
            </a:r>
          </a:p>
        </p:txBody>
      </p:sp>
      <p:sp>
        <p:nvSpPr>
          <p:cNvPr id="40" name="">
            <a:extLst xmlns:a="http://schemas.openxmlformats.org/drawingml/2006/main">
              <a:ext uri="{FF2B5EF4-FFF2-40B4-BE49-F238E27FC236}">
                <a16:creationId xmlns:a16="http://schemas.microsoft.com/office/drawing/2014/main" id="{46664AE9-1754-46B6-9B34-933A25E49904}"/>
              </a:ext>
            </a:extLst>
          </p:cNvPr>
          <p:cNvSpPr>
            <a:spLocks xmlns:a="http://schemas.openxmlformats.org/drawingml/2006/main" noGrp="1"/>
          </p:cNvSpPr>
          <p:nvPr/>
        </p:nvSpPr>
        <p:spPr>
          <a:xfrm xmlns:a="http://schemas.openxmlformats.org/drawingml/2006/main">
            <a:off x="8001000" y="3629025"/>
            <a:ext cx="1390650" cy="1333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555" b="0">
                <a:solidFill>
                  <a:srgbClr val="78716C"/>
                </a:solidFill>
                <a:latin typeface="Aptos"/>
                <a:ea typeface="Aptos"/>
                <a:cs typeface="Aptos"/>
              </a:defRPr>
            </a:pPr>
            <a:r>
              <a:rPr sz="555" b="0">
                <a:solidFill>
                  <a:srgbClr val="78716C"/>
                </a:solidFill>
                <a:latin typeface="Aptos"/>
                <a:ea typeface="Aptos"/>
                <a:cs typeface="Aptos"/>
              </a:rPr>
              <a:t>after record_stop</a:t>
            </a:r>
          </a:p>
        </p:txBody>
      </p:sp>
      <p:sp>
        <p:nvSpPr>
          <p:cNvPr id="41" name="">
            <a:extLst xmlns:a="http://schemas.openxmlformats.org/drawingml/2006/main">
              <a:ext uri="{FF2B5EF4-FFF2-40B4-BE49-F238E27FC236}">
                <a16:creationId xmlns:a16="http://schemas.microsoft.com/office/drawing/2014/main" id="{C9708C7E-FC1B-47B4-B573-054B43B7BF26}"/>
              </a:ext>
            </a:extLst>
          </p:cNvPr>
          <p:cNvSpPr>
            <a:spLocks xmlns:a="http://schemas.openxmlformats.org/drawingml/2006/main" noGrp="1"/>
          </p:cNvSpPr>
          <p:nvPr/>
        </p:nvSpPr>
        <p:spPr>
          <a:xfrm xmlns:a="http://schemas.openxmlformats.org/drawingml/2006/main">
            <a:off x="6191250" y="3105150"/>
            <a:ext cx="1619250" cy="857250"/>
          </a:xfrm>
          <a:prstGeom xmlns:a="http://schemas.openxmlformats.org/drawingml/2006/main" prst="roundRect">
            <a:avLst>
              <a:gd name="adj" fmla="val 8889"/>
            </a:avLst>
          </a:prstGeom>
          <a:solidFill xmlns:a="http://schemas.openxmlformats.org/drawingml/2006/main">
            <a:srgbClr val="050505"/>
          </a:solidFill>
          <a:ln xmlns:a="http://schemas.openxmlformats.org/drawingml/2006/main" w="9525">
            <a:solidFill>
              <a:srgbClr val="050505"/>
            </a:solidFill>
            <a:prstDash val="solid"/>
          </a:ln>
        </p:spPr>
      </p:sp>
      <p:sp>
        <p:nvSpPr>
          <p:cNvPr id="42" name="">
            <a:extLst xmlns:a="http://schemas.openxmlformats.org/drawingml/2006/main">
              <a:ext uri="{FF2B5EF4-FFF2-40B4-BE49-F238E27FC236}">
                <a16:creationId xmlns:a16="http://schemas.microsoft.com/office/drawing/2014/main" id="{DCD759C8-3B3D-47C5-AC08-708AF5EF8581}"/>
              </a:ext>
            </a:extLst>
          </p:cNvPr>
          <p:cNvSpPr>
            <a:spLocks xmlns:a="http://schemas.openxmlformats.org/drawingml/2006/main" noGrp="1"/>
          </p:cNvSpPr>
          <p:nvPr/>
        </p:nvSpPr>
        <p:spPr>
          <a:xfrm xmlns:a="http://schemas.openxmlformats.org/drawingml/2006/main">
            <a:off x="6343650" y="3248025"/>
            <a:ext cx="131445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38" b="1">
                <a:solidFill>
                  <a:srgbClr val="FFFFFF"/>
                </a:solidFill>
                <a:latin typeface="Aptos"/>
                <a:ea typeface="Aptos"/>
                <a:cs typeface="Aptos"/>
              </a:defRPr>
            </a:pPr>
            <a:r>
              <a:rPr sz="938" b="1">
                <a:solidFill>
                  <a:srgbClr val="FFFFFF"/>
                </a:solidFill>
                <a:latin typeface="Aptos"/>
                <a:ea typeface="Aptos"/>
                <a:cs typeface="Aptos"/>
              </a:rPr>
              <a:t>lens-agent</a:t>
            </a:r>
          </a:p>
        </p:txBody>
      </p:sp>
      <p:sp>
        <p:nvSpPr>
          <p:cNvPr id="43" name="">
            <a:extLst xmlns:a="http://schemas.openxmlformats.org/drawingml/2006/main">
              <a:ext uri="{FF2B5EF4-FFF2-40B4-BE49-F238E27FC236}">
                <a16:creationId xmlns:a16="http://schemas.microsoft.com/office/drawing/2014/main" id="{13F50B57-3373-464E-8FB8-46B447F644CC}"/>
              </a:ext>
            </a:extLst>
          </p:cNvPr>
          <p:cNvSpPr>
            <a:spLocks xmlns:a="http://schemas.openxmlformats.org/drawingml/2006/main" noGrp="1"/>
          </p:cNvSpPr>
          <p:nvPr/>
        </p:nvSpPr>
        <p:spPr>
          <a:xfrm xmlns:a="http://schemas.openxmlformats.org/drawingml/2006/main">
            <a:off x="6343650" y="3524250"/>
            <a:ext cx="1314450" cy="3429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660" b="0">
                <a:solidFill>
                  <a:srgbClr val="D4D4D4"/>
                </a:solidFill>
                <a:latin typeface="Aptos"/>
                <a:ea typeface="Aptos"/>
                <a:cs typeface="Aptos"/>
              </a:defRPr>
            </a:pPr>
            <a:r>
              <a:rPr sz="660" b="0">
                <a:solidFill>
                  <a:srgbClr val="D4D4D4"/>
                </a:solidFill>
                <a:latin typeface="Aptos"/>
                <a:ea typeface="Aptos"/>
                <a:cs typeface="Aptos"/>
              </a:rPr>
              <a:t>autonomous review metadata loop</a:t>
            </a:r>
          </a:p>
        </p:txBody>
      </p:sp>
      <p:sp>
        <p:nvSpPr>
          <p:cNvPr id="44" name="">
            <a:extLst xmlns:a="http://schemas.openxmlformats.org/drawingml/2006/main">
              <a:ext uri="{FF2B5EF4-FFF2-40B4-BE49-F238E27FC236}">
                <a16:creationId xmlns:a16="http://schemas.microsoft.com/office/drawing/2014/main" id="{C355CE0F-D790-4553-9F48-91583A576D62}"/>
              </a:ext>
            </a:extLst>
          </p:cNvPr>
          <p:cNvSpPr>
            <a:spLocks xmlns:a="http://schemas.openxmlformats.org/drawingml/2006/main" noGrp="1"/>
          </p:cNvSpPr>
          <p:nvPr/>
        </p:nvSpPr>
        <p:spPr>
          <a:xfrm xmlns:a="http://schemas.openxmlformats.org/drawingml/2006/main">
            <a:off x="6191250" y="4324350"/>
            <a:ext cx="5334000" cy="1162050"/>
          </a:xfrm>
          <a:prstGeom xmlns:a="http://schemas.openxmlformats.org/drawingml/2006/main" prst="roundRect">
            <a:avLst>
              <a:gd name="adj" fmla="val 6557"/>
            </a:avLst>
          </a:prstGeom>
          <a:solidFill xmlns:a="http://schemas.openxmlformats.org/drawingml/2006/main">
            <a:srgbClr val="FFFFFF"/>
          </a:solidFill>
          <a:ln xmlns:a="http://schemas.openxmlformats.org/drawingml/2006/main" w="9525">
            <a:solidFill>
              <a:srgbClr val="E0DFDD"/>
            </a:solidFill>
            <a:prstDash val="solid"/>
          </a:ln>
        </p:spPr>
      </p:sp>
      <p:sp>
        <p:nvSpPr>
          <p:cNvPr id="45" name="">
            <a:extLst xmlns:a="http://schemas.openxmlformats.org/drawingml/2006/main">
              <a:ext uri="{FF2B5EF4-FFF2-40B4-BE49-F238E27FC236}">
                <a16:creationId xmlns:a16="http://schemas.microsoft.com/office/drawing/2014/main" id="{EBDEB6E4-49AA-4C52-BA1C-EBCF4FCBA90D}"/>
              </a:ext>
            </a:extLst>
          </p:cNvPr>
          <p:cNvSpPr>
            <a:spLocks xmlns:a="http://schemas.openxmlformats.org/drawingml/2006/main" noGrp="1"/>
          </p:cNvSpPr>
          <p:nvPr/>
        </p:nvSpPr>
        <p:spPr>
          <a:xfrm xmlns:a="http://schemas.openxmlformats.org/drawingml/2006/main">
            <a:off x="6419850" y="4495800"/>
            <a:ext cx="171450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00" b="1">
                <a:solidFill>
                  <a:srgbClr val="050505"/>
                </a:solidFill>
                <a:latin typeface="Aptos"/>
                <a:ea typeface="Aptos"/>
                <a:cs typeface="Aptos"/>
              </a:defRPr>
            </a:pPr>
            <a:r>
              <a:rPr sz="900" b="1">
                <a:solidFill>
                  <a:srgbClr val="050505"/>
                </a:solidFill>
                <a:latin typeface="Aptos"/>
                <a:ea typeface="Aptos"/>
                <a:cs typeface="Aptos"/>
              </a:rPr>
              <a:t>lens-agent tool loop</a:t>
            </a:r>
          </a:p>
        </p:txBody>
      </p:sp>
      <p:sp>
        <p:nvSpPr>
          <p:cNvPr id="46" name="">
            <a:extLst xmlns:a="http://schemas.openxmlformats.org/drawingml/2006/main">
              <a:ext uri="{FF2B5EF4-FFF2-40B4-BE49-F238E27FC236}">
                <a16:creationId xmlns:a16="http://schemas.microsoft.com/office/drawing/2014/main" id="{70ADEC5F-B540-4977-B156-0EC5BFA4160F}"/>
              </a:ext>
            </a:extLst>
          </p:cNvPr>
          <p:cNvSpPr>
            <a:spLocks xmlns:a="http://schemas.openxmlformats.org/drawingml/2006/main" noGrp="1"/>
          </p:cNvSpPr>
          <p:nvPr/>
        </p:nvSpPr>
        <p:spPr>
          <a:xfrm xmlns:a="http://schemas.openxmlformats.org/drawingml/2006/main">
            <a:off x="6419850" y="4819650"/>
            <a:ext cx="1409700" cy="228600"/>
          </a:xfrm>
          <a:prstGeom xmlns:a="http://schemas.openxmlformats.org/drawingml/2006/main" prst="roundRect">
            <a:avLst>
              <a:gd name="adj" fmla="val 33333"/>
            </a:avLst>
          </a:prstGeom>
          <a:solidFill xmlns:a="http://schemas.openxmlformats.org/drawingml/2006/main">
            <a:srgbClr val="F5F3F1"/>
          </a:solidFill>
          <a:ln xmlns:a="http://schemas.openxmlformats.org/drawingml/2006/main" w="9525">
            <a:solidFill>
              <a:srgbClr val="E0DFDD"/>
            </a:solidFill>
            <a:prstDash val="solid"/>
          </a:ln>
        </p:spPr>
      </p:sp>
      <p:sp>
        <p:nvSpPr>
          <p:cNvPr id="47" name="">
            <a:extLst xmlns:a="http://schemas.openxmlformats.org/drawingml/2006/main">
              <a:ext uri="{FF2B5EF4-FFF2-40B4-BE49-F238E27FC236}">
                <a16:creationId xmlns:a16="http://schemas.microsoft.com/office/drawing/2014/main" id="{ABED7B07-4354-49CB-AC99-6CE8019A71F8}"/>
              </a:ext>
            </a:extLst>
          </p:cNvPr>
          <p:cNvSpPr>
            <a:spLocks xmlns:a="http://schemas.openxmlformats.org/drawingml/2006/main" noGrp="1"/>
          </p:cNvSpPr>
          <p:nvPr/>
        </p:nvSpPr>
        <p:spPr>
          <a:xfrm xmlns:a="http://schemas.openxmlformats.org/drawingml/2006/main">
            <a:off x="6515100" y="4886325"/>
            <a:ext cx="1219200" cy="952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585" b="1">
                <a:solidFill>
                  <a:srgbClr val="050505"/>
                </a:solidFill>
                <a:latin typeface="Aptos"/>
                <a:ea typeface="Aptos"/>
                <a:cs typeface="Aptos"/>
              </a:defRPr>
            </a:pPr>
            <a:r>
              <a:rPr sz="585" b="1">
                <a:solidFill>
                  <a:srgbClr val="050505"/>
                </a:solidFill>
                <a:latin typeface="Aptos"/>
                <a:ea typeface="Aptos"/>
                <a:cs typeface="Aptos"/>
              </a:rPr>
              <a:t>analyze patterns</a:t>
            </a:r>
          </a:p>
        </p:txBody>
      </p:sp>
      <p:sp>
        <p:nvSpPr>
          <p:cNvPr id="48" name="">
            <a:extLst xmlns:a="http://schemas.openxmlformats.org/drawingml/2006/main">
              <a:ext uri="{FF2B5EF4-FFF2-40B4-BE49-F238E27FC236}">
                <a16:creationId xmlns:a16="http://schemas.microsoft.com/office/drawing/2014/main" id="{82FEA145-5996-4157-A937-5513F9CCF10B}"/>
              </a:ext>
            </a:extLst>
          </p:cNvPr>
          <p:cNvSpPr>
            <a:spLocks xmlns:a="http://schemas.openxmlformats.org/drawingml/2006/main" noGrp="1"/>
          </p:cNvSpPr>
          <p:nvPr/>
        </p:nvSpPr>
        <p:spPr>
          <a:xfrm xmlns:a="http://schemas.openxmlformats.org/drawingml/2006/main">
            <a:off x="8039100" y="4819650"/>
            <a:ext cx="1409700" cy="228600"/>
          </a:xfrm>
          <a:prstGeom xmlns:a="http://schemas.openxmlformats.org/drawingml/2006/main" prst="roundRect">
            <a:avLst>
              <a:gd name="adj" fmla="val 33333"/>
            </a:avLst>
          </a:prstGeom>
          <a:solidFill xmlns:a="http://schemas.openxmlformats.org/drawingml/2006/main">
            <a:srgbClr val="F5F3F1"/>
          </a:solidFill>
          <a:ln xmlns:a="http://schemas.openxmlformats.org/drawingml/2006/main" w="9525">
            <a:solidFill>
              <a:srgbClr val="E0DFDD"/>
            </a:solidFill>
            <a:prstDash val="solid"/>
          </a:ln>
        </p:spPr>
      </p:sp>
      <p:sp>
        <p:nvSpPr>
          <p:cNvPr id="49" name="">
            <a:extLst xmlns:a="http://schemas.openxmlformats.org/drawingml/2006/main">
              <a:ext uri="{FF2B5EF4-FFF2-40B4-BE49-F238E27FC236}">
                <a16:creationId xmlns:a16="http://schemas.microsoft.com/office/drawing/2014/main" id="{49993E5F-7C24-414E-B79D-7FA791ABDBB1}"/>
              </a:ext>
            </a:extLst>
          </p:cNvPr>
          <p:cNvSpPr>
            <a:spLocks xmlns:a="http://schemas.openxmlformats.org/drawingml/2006/main" noGrp="1"/>
          </p:cNvSpPr>
          <p:nvPr/>
        </p:nvSpPr>
        <p:spPr>
          <a:xfrm xmlns:a="http://schemas.openxmlformats.org/drawingml/2006/main">
            <a:off x="8134350" y="4886325"/>
            <a:ext cx="1219200" cy="952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585" b="1">
                <a:solidFill>
                  <a:srgbClr val="050505"/>
                </a:solidFill>
                <a:latin typeface="Aptos"/>
                <a:ea typeface="Aptos"/>
                <a:cs typeface="Aptos"/>
              </a:defRPr>
            </a:pPr>
            <a:r>
              <a:rPr sz="585" b="1">
                <a:solidFill>
                  <a:srgbClr val="050505"/>
                </a:solidFill>
                <a:latin typeface="Aptos"/>
                <a:ea typeface="Aptos"/>
                <a:cs typeface="Aptos"/>
              </a:rPr>
              <a:t>detect markers</a:t>
            </a:r>
          </a:p>
        </p:txBody>
      </p:sp>
      <p:sp>
        <p:nvSpPr>
          <p:cNvPr id="50" name="">
            <a:extLst xmlns:a="http://schemas.openxmlformats.org/drawingml/2006/main">
              <a:ext uri="{FF2B5EF4-FFF2-40B4-BE49-F238E27FC236}">
                <a16:creationId xmlns:a16="http://schemas.microsoft.com/office/drawing/2014/main" id="{29CFAB97-3EEF-45E9-9DBF-CAB615A82137}"/>
              </a:ext>
            </a:extLst>
          </p:cNvPr>
          <p:cNvSpPr>
            <a:spLocks xmlns:a="http://schemas.openxmlformats.org/drawingml/2006/main" noGrp="1"/>
          </p:cNvSpPr>
          <p:nvPr/>
        </p:nvSpPr>
        <p:spPr>
          <a:xfrm xmlns:a="http://schemas.openxmlformats.org/drawingml/2006/main">
            <a:off x="9658350" y="4819650"/>
            <a:ext cx="1409700" cy="228600"/>
          </a:xfrm>
          <a:prstGeom xmlns:a="http://schemas.openxmlformats.org/drawingml/2006/main" prst="roundRect">
            <a:avLst>
              <a:gd name="adj" fmla="val 33333"/>
            </a:avLst>
          </a:prstGeom>
          <a:solidFill xmlns:a="http://schemas.openxmlformats.org/drawingml/2006/main">
            <a:srgbClr val="F5F3F1"/>
          </a:solidFill>
          <a:ln xmlns:a="http://schemas.openxmlformats.org/drawingml/2006/main" w="9525">
            <a:solidFill>
              <a:srgbClr val="E0DFDD"/>
            </a:solidFill>
            <a:prstDash val="solid"/>
          </a:ln>
        </p:spPr>
      </p:sp>
      <p:sp>
        <p:nvSpPr>
          <p:cNvPr id="51" name="">
            <a:extLst xmlns:a="http://schemas.openxmlformats.org/drawingml/2006/main">
              <a:ext uri="{FF2B5EF4-FFF2-40B4-BE49-F238E27FC236}">
                <a16:creationId xmlns:a16="http://schemas.microsoft.com/office/drawing/2014/main" id="{9A7AF89E-E142-4BF5-BC87-37396E6393C2}"/>
              </a:ext>
            </a:extLst>
          </p:cNvPr>
          <p:cNvSpPr>
            <a:spLocks xmlns:a="http://schemas.openxmlformats.org/drawingml/2006/main" noGrp="1"/>
          </p:cNvSpPr>
          <p:nvPr/>
        </p:nvSpPr>
        <p:spPr>
          <a:xfrm xmlns:a="http://schemas.openxmlformats.org/drawingml/2006/main">
            <a:off x="9753600" y="4886325"/>
            <a:ext cx="1219200" cy="952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585" b="1">
                <a:solidFill>
                  <a:srgbClr val="050505"/>
                </a:solidFill>
                <a:latin typeface="Aptos"/>
                <a:ea typeface="Aptos"/>
                <a:cs typeface="Aptos"/>
              </a:defRPr>
            </a:pPr>
            <a:r>
              <a:rPr sz="585" b="1">
                <a:solidFill>
                  <a:srgbClr val="050505"/>
                </a:solidFill>
                <a:latin typeface="Aptos"/>
                <a:ea typeface="Aptos"/>
                <a:cs typeface="Aptos"/>
              </a:rPr>
              <a:t>generate chapters</a:t>
            </a:r>
          </a:p>
        </p:txBody>
      </p:sp>
      <p:sp>
        <p:nvSpPr>
          <p:cNvPr id="52" name="">
            <a:extLst xmlns:a="http://schemas.openxmlformats.org/drawingml/2006/main">
              <a:ext uri="{FF2B5EF4-FFF2-40B4-BE49-F238E27FC236}">
                <a16:creationId xmlns:a16="http://schemas.microsoft.com/office/drawing/2014/main" id="{D7D9ECB3-22A4-4F64-AC5F-C69D579D332D}"/>
              </a:ext>
            </a:extLst>
          </p:cNvPr>
          <p:cNvSpPr>
            <a:spLocks xmlns:a="http://schemas.openxmlformats.org/drawingml/2006/main" noGrp="1"/>
          </p:cNvSpPr>
          <p:nvPr/>
        </p:nvSpPr>
        <p:spPr>
          <a:xfrm xmlns:a="http://schemas.openxmlformats.org/drawingml/2006/main">
            <a:off x="6419850" y="5143500"/>
            <a:ext cx="1409700" cy="228600"/>
          </a:xfrm>
          <a:prstGeom xmlns:a="http://schemas.openxmlformats.org/drawingml/2006/main" prst="roundRect">
            <a:avLst>
              <a:gd name="adj" fmla="val 33333"/>
            </a:avLst>
          </a:prstGeom>
          <a:solidFill xmlns:a="http://schemas.openxmlformats.org/drawingml/2006/main">
            <a:srgbClr val="F5F3F1"/>
          </a:solidFill>
          <a:ln xmlns:a="http://schemas.openxmlformats.org/drawingml/2006/main" w="9525">
            <a:solidFill>
              <a:srgbClr val="E0DFDD"/>
            </a:solidFill>
            <a:prstDash val="solid"/>
          </a:ln>
        </p:spPr>
      </p:sp>
      <p:sp>
        <p:nvSpPr>
          <p:cNvPr id="53" name="">
            <a:extLst xmlns:a="http://schemas.openxmlformats.org/drawingml/2006/main">
              <a:ext uri="{FF2B5EF4-FFF2-40B4-BE49-F238E27FC236}">
                <a16:creationId xmlns:a16="http://schemas.microsoft.com/office/drawing/2014/main" id="{9C76B1B1-9736-4B86-9CB5-D867EFD3E0C6}"/>
              </a:ext>
            </a:extLst>
          </p:cNvPr>
          <p:cNvSpPr>
            <a:spLocks xmlns:a="http://schemas.openxmlformats.org/drawingml/2006/main" noGrp="1"/>
          </p:cNvSpPr>
          <p:nvPr/>
        </p:nvSpPr>
        <p:spPr>
          <a:xfrm xmlns:a="http://schemas.openxmlformats.org/drawingml/2006/main">
            <a:off x="6515100" y="5210175"/>
            <a:ext cx="1219200" cy="952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585" b="1">
                <a:solidFill>
                  <a:srgbClr val="050505"/>
                </a:solidFill>
                <a:latin typeface="Aptos"/>
                <a:ea typeface="Aptos"/>
                <a:cs typeface="Aptos"/>
              </a:defRPr>
            </a:pPr>
            <a:r>
              <a:rPr sz="585" b="1">
                <a:solidFill>
                  <a:srgbClr val="050505"/>
                </a:solidFill>
                <a:latin typeface="Aptos"/>
                <a:ea typeface="Aptos"/>
                <a:cs typeface="Aptos"/>
              </a:rPr>
              <a:t>write notes</a:t>
            </a:r>
          </a:p>
        </p:txBody>
      </p:sp>
      <p:sp>
        <p:nvSpPr>
          <p:cNvPr id="54" name="">
            <a:extLst xmlns:a="http://schemas.openxmlformats.org/drawingml/2006/main">
              <a:ext uri="{FF2B5EF4-FFF2-40B4-BE49-F238E27FC236}">
                <a16:creationId xmlns:a16="http://schemas.microsoft.com/office/drawing/2014/main" id="{F202CFAD-DB67-4657-875A-87EF4987E6B5}"/>
              </a:ext>
            </a:extLst>
          </p:cNvPr>
          <p:cNvSpPr>
            <a:spLocks xmlns:a="http://schemas.openxmlformats.org/drawingml/2006/main" noGrp="1"/>
          </p:cNvSpPr>
          <p:nvPr/>
        </p:nvSpPr>
        <p:spPr>
          <a:xfrm xmlns:a="http://schemas.openxmlformats.org/drawingml/2006/main">
            <a:off x="8039100" y="5143500"/>
            <a:ext cx="1409700" cy="228600"/>
          </a:xfrm>
          <a:prstGeom xmlns:a="http://schemas.openxmlformats.org/drawingml/2006/main" prst="roundRect">
            <a:avLst>
              <a:gd name="adj" fmla="val 33333"/>
            </a:avLst>
          </a:prstGeom>
          <a:solidFill xmlns:a="http://schemas.openxmlformats.org/drawingml/2006/main">
            <a:srgbClr val="FEF3C7"/>
          </a:solidFill>
          <a:ln xmlns:a="http://schemas.openxmlformats.org/drawingml/2006/main" w="9525">
            <a:solidFill>
              <a:srgbClr val="F59E0B"/>
            </a:solidFill>
            <a:prstDash val="solid"/>
          </a:ln>
        </p:spPr>
      </p:sp>
      <p:sp>
        <p:nvSpPr>
          <p:cNvPr id="55" name="">
            <a:extLst xmlns:a="http://schemas.openxmlformats.org/drawingml/2006/main">
              <a:ext uri="{FF2B5EF4-FFF2-40B4-BE49-F238E27FC236}">
                <a16:creationId xmlns:a16="http://schemas.microsoft.com/office/drawing/2014/main" id="{8F7C21C5-829C-4C14-94C9-703C2C41C6B6}"/>
              </a:ext>
            </a:extLst>
          </p:cNvPr>
          <p:cNvSpPr>
            <a:spLocks xmlns:a="http://schemas.openxmlformats.org/drawingml/2006/main" noGrp="1"/>
          </p:cNvSpPr>
          <p:nvPr/>
        </p:nvSpPr>
        <p:spPr>
          <a:xfrm xmlns:a="http://schemas.openxmlformats.org/drawingml/2006/main">
            <a:off x="8134350" y="5210175"/>
            <a:ext cx="1219200" cy="952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585" b="1">
                <a:solidFill>
                  <a:srgbClr val="050505"/>
                </a:solidFill>
                <a:latin typeface="Aptos"/>
                <a:ea typeface="Aptos"/>
                <a:cs typeface="Aptos"/>
              </a:defRPr>
            </a:pPr>
            <a:r>
              <a:rPr sz="585" b="1">
                <a:solidFill>
                  <a:srgbClr val="050505"/>
                </a:solidFill>
                <a:latin typeface="Aptos"/>
                <a:ea typeface="Aptos"/>
                <a:cs typeface="Aptos"/>
              </a:rPr>
              <a:t>evaluate completeness</a:t>
            </a:r>
          </a:p>
        </p:txBody>
      </p:sp>
      <p:sp>
        <p:nvSpPr>
          <p:cNvPr id="56" name="">
            <a:extLst xmlns:a="http://schemas.openxmlformats.org/drawingml/2006/main">
              <a:ext uri="{FF2B5EF4-FFF2-40B4-BE49-F238E27FC236}">
                <a16:creationId xmlns:a16="http://schemas.microsoft.com/office/drawing/2014/main" id="{D24AEDE6-0E61-4EBE-A47A-B933463CEAA1}"/>
              </a:ext>
            </a:extLst>
          </p:cNvPr>
          <p:cNvSpPr>
            <a:spLocks xmlns:a="http://schemas.openxmlformats.org/drawingml/2006/main" noGrp="1"/>
          </p:cNvSpPr>
          <p:nvPr/>
        </p:nvSpPr>
        <p:spPr>
          <a:xfrm xmlns:a="http://schemas.openxmlformats.org/drawingml/2006/main">
            <a:off x="9658350" y="5143500"/>
            <a:ext cx="1409700" cy="228600"/>
          </a:xfrm>
          <a:prstGeom xmlns:a="http://schemas.openxmlformats.org/drawingml/2006/main" prst="roundRect">
            <a:avLst>
              <a:gd name="adj" fmla="val 33333"/>
            </a:avLst>
          </a:prstGeom>
          <a:solidFill xmlns:a="http://schemas.openxmlformats.org/drawingml/2006/main">
            <a:srgbClr val="F5F3F1"/>
          </a:solidFill>
          <a:ln xmlns:a="http://schemas.openxmlformats.org/drawingml/2006/main" w="9525">
            <a:solidFill>
              <a:srgbClr val="E0DFDD"/>
            </a:solidFill>
            <a:prstDash val="solid"/>
          </a:ln>
        </p:spPr>
      </p:sp>
      <p:sp>
        <p:nvSpPr>
          <p:cNvPr id="57" name="">
            <a:extLst xmlns:a="http://schemas.openxmlformats.org/drawingml/2006/main">
              <a:ext uri="{FF2B5EF4-FFF2-40B4-BE49-F238E27FC236}">
                <a16:creationId xmlns:a16="http://schemas.microsoft.com/office/drawing/2014/main" id="{0179E3E9-243B-445D-9BED-8B7BEDC50830}"/>
              </a:ext>
            </a:extLst>
          </p:cNvPr>
          <p:cNvSpPr>
            <a:spLocks xmlns:a="http://schemas.openxmlformats.org/drawingml/2006/main" noGrp="1"/>
          </p:cNvSpPr>
          <p:nvPr/>
        </p:nvSpPr>
        <p:spPr>
          <a:xfrm xmlns:a="http://schemas.openxmlformats.org/drawingml/2006/main">
            <a:off x="9753600" y="5210175"/>
            <a:ext cx="1219200" cy="952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585" b="1">
                <a:solidFill>
                  <a:srgbClr val="050505"/>
                </a:solidFill>
                <a:latin typeface="Aptos"/>
                <a:ea typeface="Aptos"/>
                <a:cs typeface="Aptos"/>
              </a:defRPr>
            </a:pPr>
            <a:r>
              <a:rPr sz="585" b="1">
                <a:solidFill>
                  <a:srgbClr val="050505"/>
                </a:solidFill>
                <a:latin typeface="Aptos"/>
                <a:ea typeface="Aptos"/>
                <a:cs typeface="Aptos"/>
              </a:rPr>
              <a:t>publish metadata</a:t>
            </a:r>
          </a:p>
        </p:txBody>
      </p:sp>
      <p:sp>
        <p:nvSpPr>
          <p:cNvPr id="58" name="">
            <a:extLst xmlns:a="http://schemas.openxmlformats.org/drawingml/2006/main">
              <a:ext uri="{FF2B5EF4-FFF2-40B4-BE49-F238E27FC236}">
                <a16:creationId xmlns:a16="http://schemas.microsoft.com/office/drawing/2014/main" id="{B6D8FE91-E2FB-4659-B959-EC5ED2268DC1}"/>
              </a:ext>
            </a:extLst>
          </p:cNvPr>
          <p:cNvSpPr>
            <a:spLocks xmlns:a="http://schemas.openxmlformats.org/drawingml/2006/main" noGrp="1"/>
          </p:cNvSpPr>
          <p:nvPr/>
        </p:nvSpPr>
        <p:spPr>
          <a:xfrm xmlns:a="http://schemas.openxmlformats.org/drawingml/2006/main">
            <a:off x="552450" y="6400800"/>
            <a:ext cx="11087100" cy="9525"/>
          </a:xfrm>
          <a:prstGeom xmlns:a="http://schemas.openxmlformats.org/drawingml/2006/main" prst="rect">
            <a:avLst/>
          </a:prstGeom>
          <a:solidFill xmlns:a="http://schemas.openxmlformats.org/drawingml/2006/main">
            <a:srgbClr val="E9E6E2"/>
          </a:solidFill>
          <a:ln xmlns:a="http://schemas.openxmlformats.org/drawingml/2006/main" w="0">
            <a:solidFill>
              <a:srgbClr val="000000">
                <a:alpha val="0"/>
              </a:srgbClr>
            </a:solidFill>
            <a:prstDash val="solid"/>
          </a:ln>
        </p:spPr>
      </p:sp>
      <p:sp>
        <p:nvSpPr>
          <p:cNvPr id="59" name="">
            <a:extLst xmlns:a="http://schemas.openxmlformats.org/drawingml/2006/main">
              <a:ext uri="{FF2B5EF4-FFF2-40B4-BE49-F238E27FC236}">
                <a16:creationId xmlns:a16="http://schemas.microsoft.com/office/drawing/2014/main" id="{9F820A86-3D9A-4727-96B1-B5D3DD3BD4BA}"/>
              </a:ext>
            </a:extLst>
          </p:cNvPr>
          <p:cNvSpPr>
            <a:spLocks xmlns:a="http://schemas.openxmlformats.org/drawingml/2006/main" noGrp="1"/>
          </p:cNvSpPr>
          <p:nvPr/>
        </p:nvSpPr>
        <p:spPr>
          <a:xfrm xmlns:a="http://schemas.openxmlformats.org/drawingml/2006/main">
            <a:off x="552450" y="6534150"/>
            <a:ext cx="685800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675" b="0">
                <a:solidFill>
                  <a:srgbClr val="78716C"/>
                </a:solidFill>
                <a:latin typeface="Aptos"/>
                <a:ea typeface="Aptos"/>
                <a:cs typeface="Aptos"/>
              </a:defRPr>
            </a:pPr>
            <a:r>
              <a:rPr sz="675" b="0">
                <a:solidFill>
                  <a:srgbClr val="78716C"/>
                </a:solidFill>
                <a:latin typeface="Aptos"/>
                <a:ea typeface="Aptos"/>
                <a:cs typeface="Aptos"/>
              </a:rPr>
              <a:t>Architecture: real MCP integration, hook capture, and autonomous lens-agent processing</a:t>
            </a:r>
          </a:p>
        </p:txBody>
      </p:sp>
      <p:sp>
        <p:nvSpPr>
          <p:cNvPr id="60" name="">
            <a:extLst xmlns:a="http://schemas.openxmlformats.org/drawingml/2006/main">
              <a:ext uri="{FF2B5EF4-FFF2-40B4-BE49-F238E27FC236}">
                <a16:creationId xmlns:a16="http://schemas.microsoft.com/office/drawing/2014/main" id="{822FD43A-5A9A-443A-94EC-B4EFC1D38F4E}"/>
              </a:ext>
            </a:extLst>
          </p:cNvPr>
          <p:cNvSpPr>
            <a:spLocks xmlns:a="http://schemas.openxmlformats.org/drawingml/2006/main" noGrp="1"/>
          </p:cNvSpPr>
          <p:nvPr/>
        </p:nvSpPr>
        <p:spPr>
          <a:xfrm xmlns:a="http://schemas.openxmlformats.org/drawingml/2006/main">
            <a:off x="11163300" y="6515100"/>
            <a:ext cx="47625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r">
              <a:defRPr sz="750" b="0">
                <a:solidFill>
                  <a:srgbClr val="78716C"/>
                </a:solidFill>
                <a:latin typeface="Aptos"/>
                <a:ea typeface="Aptos"/>
                <a:cs typeface="Aptos"/>
              </a:defRPr>
            </a:pPr>
            <a:r>
              <a:rPr sz="750" b="0">
                <a:solidFill>
                  <a:srgbClr val="78716C"/>
                </a:solidFill>
                <a:latin typeface="Aptos"/>
                <a:ea typeface="Aptos"/>
                <a:cs typeface="Aptos"/>
              </a:rPr>
              <a:t>03</a:t>
            </a:r>
          </a:p>
        </p:txBody>
      </p:sp>
    </p:spTree>
    <p:extLst>
      <p:ext uri="{BB962C8B-B14F-4D97-AF65-F5344CB8AC3E}">
        <p14:creationId xmlns:p14="http://schemas.microsoft.com/office/powerpoint/2010/main" val="1935207131"/>
      </p:ext>
    </p:extLst>
  </p:cSld>
</p:sld>
</file>

<file path=ppt/slides/slide4.xml><?xml version="1.0" encoding="utf-8"?>
<p:sld xmlns:p="http://schemas.openxmlformats.org/presentationml/2006/main">
  <p:cSld>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95DF2855-3B41-40B3-8BB9-12E6A834631E}"/>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DFCFC"/>
          </a:solidFill>
          <a:ln xmlns:a="http://schemas.openxmlformats.org/drawingml/2006/main" w="0">
            <a:solidFill>
              <a:srgbClr val="000000">
                <a:alpha val="0"/>
              </a:srgbClr>
            </a:solidFill>
            <a:prstDash val="solid"/>
          </a:ln>
        </p:spPr>
      </p:sp>
      <p:sp>
        <p:nvSpPr>
          <p:cNvPr id="2" name="">
            <a:extLst xmlns:a="http://schemas.openxmlformats.org/drawingml/2006/main">
              <a:ext uri="{FF2B5EF4-FFF2-40B4-BE49-F238E27FC236}">
                <a16:creationId xmlns:a16="http://schemas.microsoft.com/office/drawing/2014/main" id="{2BED704B-C855-462C-A223-45ED46C9FE55}"/>
              </a:ext>
            </a:extLst>
          </p:cNvPr>
          <p:cNvSpPr>
            <a:spLocks xmlns:a="http://schemas.openxmlformats.org/drawingml/2006/main" noGrp="1"/>
          </p:cNvSpPr>
          <p:nvPr/>
        </p:nvSpPr>
        <p:spPr>
          <a:xfrm xmlns:a="http://schemas.openxmlformats.org/drawingml/2006/main">
            <a:off x="0" y="0"/>
            <a:ext cx="12192000" cy="47625"/>
          </a:xfrm>
          <a:prstGeom xmlns:a="http://schemas.openxmlformats.org/drawingml/2006/main" prst="rect">
            <a:avLst/>
          </a:prstGeom>
          <a:solidFill xmlns:a="http://schemas.openxmlformats.org/drawingml/2006/main">
            <a:srgbClr val="050505"/>
          </a:solidFill>
          <a:ln xmlns:a="http://schemas.openxmlformats.org/drawingml/2006/main" w="0">
            <a:solidFill>
              <a:srgbClr val="000000">
                <a:alpha val="0"/>
              </a:srgbClr>
            </a:solidFill>
            <a:prstDash val="solid"/>
          </a:ln>
        </p:spPr>
      </p:sp>
      <p:sp>
        <p:nvSpPr>
          <p:cNvPr id="3" name="kicker-marker">
            <a:extLst xmlns:a="http://schemas.openxmlformats.org/drawingml/2006/main">
              <a:ext uri="{FF2B5EF4-FFF2-40B4-BE49-F238E27FC236}">
                <a16:creationId xmlns:a16="http://schemas.microsoft.com/office/drawing/2014/main" id="{00BD6A00-A6A7-46A0-BB73-C6F9808B7E03}"/>
              </a:ext>
            </a:extLst>
          </p:cNvPr>
          <p:cNvSpPr>
            <a:spLocks xmlns:a="http://schemas.openxmlformats.org/drawingml/2006/main" noGrp="1"/>
          </p:cNvSpPr>
          <p:nvPr/>
        </p:nvSpPr>
        <p:spPr>
          <a:xfrm xmlns:a="http://schemas.openxmlformats.org/drawingml/2006/main">
            <a:off x="552450" y="514350"/>
            <a:ext cx="47625" cy="247650"/>
          </a:xfrm>
          <a:prstGeom xmlns:a="http://schemas.openxmlformats.org/drawingml/2006/main" prst="rect">
            <a:avLst/>
          </a:prstGeom>
          <a:solidFill xmlns:a="http://schemas.openxmlformats.org/drawingml/2006/main">
            <a:srgbClr val="F41A2F"/>
          </a:solidFill>
          <a:ln xmlns:a="http://schemas.openxmlformats.org/drawingml/2006/main" w="0">
            <a:solidFill>
              <a:srgbClr val="000000">
                <a:alpha val="0"/>
              </a:srgbClr>
            </a:solidFill>
            <a:prstDash val="solid"/>
          </a:ln>
        </p:spPr>
      </p:sp>
      <p:sp>
        <p:nvSpPr>
          <p:cNvPr id="4" name="kicker-label">
            <a:extLst xmlns:a="http://schemas.openxmlformats.org/drawingml/2006/main">
              <a:ext uri="{FF2B5EF4-FFF2-40B4-BE49-F238E27FC236}">
                <a16:creationId xmlns:a16="http://schemas.microsoft.com/office/drawing/2014/main" id="{370C113F-06BB-4C1F-92A1-95FC1389827F}"/>
              </a:ext>
            </a:extLst>
          </p:cNvPr>
          <p:cNvSpPr>
            <a:spLocks xmlns:a="http://schemas.openxmlformats.org/drawingml/2006/main" noGrp="1"/>
          </p:cNvSpPr>
          <p:nvPr/>
        </p:nvSpPr>
        <p:spPr>
          <a:xfrm xmlns:a="http://schemas.openxmlformats.org/drawingml/2006/main">
            <a:off x="723900" y="485775"/>
            <a:ext cx="3714750" cy="3238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ctr"/>
          <a:lstStyle xmlns:a="http://schemas.openxmlformats.org/drawingml/2006/main"/>
          <a:p xmlns:a="http://schemas.openxmlformats.org/drawingml/2006/main">
            <a:pPr algn="l">
              <a:defRPr sz="825" b="1">
                <a:solidFill>
                  <a:srgbClr val="78716C"/>
                </a:solidFill>
                <a:latin typeface="Aptos"/>
                <a:ea typeface="Aptos"/>
                <a:cs typeface="Aptos"/>
              </a:defRPr>
            </a:pPr>
            <a:r>
              <a:rPr sz="825" b="1">
                <a:solidFill>
                  <a:srgbClr val="78716C"/>
                </a:solidFill>
                <a:latin typeface="Aptos"/>
                <a:ea typeface="Aptos"/>
                <a:cs typeface="Aptos"/>
              </a:rPr>
              <a:t>REVIEW WHAT MATTERS</a:t>
            </a:r>
          </a:p>
        </p:txBody>
      </p:sp>
      <p:sp>
        <p:nvSpPr>
          <p:cNvPr id="5" name="">
            <a:extLst xmlns:a="http://schemas.openxmlformats.org/drawingml/2006/main">
              <a:ext uri="{FF2B5EF4-FFF2-40B4-BE49-F238E27FC236}">
                <a16:creationId xmlns:a16="http://schemas.microsoft.com/office/drawing/2014/main" id="{C707E631-1BC4-416D-B0C5-8BEF80F627DA}"/>
              </a:ext>
            </a:extLst>
          </p:cNvPr>
          <p:cNvSpPr>
            <a:spLocks xmlns:a="http://schemas.openxmlformats.org/drawingml/2006/main" noGrp="1"/>
          </p:cNvSpPr>
          <p:nvPr/>
        </p:nvSpPr>
        <p:spPr>
          <a:xfrm xmlns:a="http://schemas.openxmlformats.org/drawingml/2006/main">
            <a:off x="552450" y="990600"/>
            <a:ext cx="4953000" cy="11239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2850" b="0">
                <a:solidFill>
                  <a:srgbClr val="050505"/>
                </a:solidFill>
                <a:latin typeface="Aptos Display"/>
                <a:ea typeface="Aptos Display"/>
                <a:cs typeface="Aptos Display"/>
              </a:defRPr>
            </a:pPr>
            <a:r>
              <a:rPr sz="2850" b="0">
                <a:solidFill>
                  <a:srgbClr val="050505"/>
                </a:solidFill>
                <a:latin typeface="Aptos Display"/>
                <a:ea typeface="Aptos Display"/>
                <a:cs typeface="Aptos Display"/>
              </a:rPr>
              <a:t>Looma langsung menunjukkan momen yang perlu dicek manusia.</a:t>
            </a:r>
          </a:p>
        </p:txBody>
      </p:sp>
      <p:sp>
        <p:nvSpPr>
          <p:cNvPr id="6" name="">
            <a:extLst xmlns:a="http://schemas.openxmlformats.org/drawingml/2006/main">
              <a:ext uri="{FF2B5EF4-FFF2-40B4-BE49-F238E27FC236}">
                <a16:creationId xmlns:a16="http://schemas.microsoft.com/office/drawing/2014/main" id="{C0CE7B40-4734-4646-B27F-61EE9EB2ABA2}"/>
              </a:ext>
            </a:extLst>
          </p:cNvPr>
          <p:cNvSpPr>
            <a:spLocks xmlns:a="http://schemas.openxmlformats.org/drawingml/2006/main" noGrp="1"/>
          </p:cNvSpPr>
          <p:nvPr/>
        </p:nvSpPr>
        <p:spPr>
          <a:xfrm xmlns:a="http://schemas.openxmlformats.org/drawingml/2006/main">
            <a:off x="552450" y="2266950"/>
            <a:ext cx="5048250" cy="8191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200" b="0">
                <a:solidFill>
                  <a:srgbClr val="44403C"/>
                </a:solidFill>
                <a:latin typeface="Aptos"/>
                <a:ea typeface="Aptos"/>
                <a:cs typeface="Aptos"/>
              </a:defRPr>
            </a:pPr>
            <a:r>
              <a:rPr sz="1200" b="0">
                <a:solidFill>
                  <a:srgbClr val="44403C"/>
                </a:solidFill>
                <a:latin typeface="Aptos"/>
                <a:ea typeface="Aptos"/>
                <a:cs typeface="Aptos"/>
              </a:rPr>
              <a:t>Needs Review markers menyorot dependency install, auth/config/env changes, failed-then-fixed tests, repeated command, possible loop, large diff, dan file sensitif yang disentuh agent.</a:t>
            </a:r>
          </a:p>
        </p:txBody>
      </p:sp>
      <p:sp>
        <p:nvSpPr>
          <p:cNvPr id="7" name="">
            <a:extLst xmlns:a="http://schemas.openxmlformats.org/drawingml/2006/main">
              <a:ext uri="{FF2B5EF4-FFF2-40B4-BE49-F238E27FC236}">
                <a16:creationId xmlns:a16="http://schemas.microsoft.com/office/drawing/2014/main" id="{857C838B-7B39-4BD5-B1C8-8B0EAEC5EFD2}"/>
              </a:ext>
            </a:extLst>
          </p:cNvPr>
          <p:cNvSpPr>
            <a:spLocks xmlns:a="http://schemas.openxmlformats.org/drawingml/2006/main" noGrp="1"/>
          </p:cNvSpPr>
          <p:nvPr/>
        </p:nvSpPr>
        <p:spPr>
          <a:xfrm xmlns:a="http://schemas.openxmlformats.org/drawingml/2006/main">
            <a:off x="552450" y="3409950"/>
            <a:ext cx="4953000" cy="7239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425" b="0">
                <a:solidFill>
                  <a:srgbClr val="050505"/>
                </a:solidFill>
                <a:latin typeface="Aptos Display"/>
                <a:ea typeface="Aptos Display"/>
                <a:cs typeface="Aptos Display"/>
              </a:defRPr>
            </a:pPr>
            <a:r>
              <a:rPr sz="1425" b="0">
                <a:solidFill>
                  <a:srgbClr val="050505"/>
                </a:solidFill>
                <a:latin typeface="Aptos Display"/>
                <a:ea typeface="Aptos Display"/>
                <a:cs typeface="Aptos Display"/>
              </a:rPr>
              <a:t>Ini membantu developer menemukan titik awal masalah sebelum patch makin melebar atau rollback jadi satu-satunya pilihan.</a:t>
            </a:r>
          </a:p>
        </p:txBody>
      </p:sp>
      <p:sp>
        <p:nvSpPr>
          <p:cNvPr id="8" name="">
            <a:extLst xmlns:a="http://schemas.openxmlformats.org/drawingml/2006/main">
              <a:ext uri="{FF2B5EF4-FFF2-40B4-BE49-F238E27FC236}">
                <a16:creationId xmlns:a16="http://schemas.microsoft.com/office/drawing/2014/main" id="{045A5D4E-B647-44AE-9952-77AB92EDED11}"/>
              </a:ext>
            </a:extLst>
          </p:cNvPr>
          <p:cNvSpPr>
            <a:spLocks xmlns:a="http://schemas.openxmlformats.org/drawingml/2006/main" noGrp="1"/>
          </p:cNvSpPr>
          <p:nvPr/>
        </p:nvSpPr>
        <p:spPr>
          <a:xfrm xmlns:a="http://schemas.openxmlformats.org/drawingml/2006/main">
            <a:off x="6000750" y="1066800"/>
            <a:ext cx="5619750" cy="3905250"/>
          </a:xfrm>
          <a:prstGeom xmlns:a="http://schemas.openxmlformats.org/drawingml/2006/main" prst="roundRect">
            <a:avLst>
              <a:gd name="adj" fmla="val 1951"/>
            </a:avLst>
          </a:prstGeom>
          <a:solidFill xmlns:a="http://schemas.openxmlformats.org/drawingml/2006/main">
            <a:srgbClr val="FFFFFF"/>
          </a:solidFill>
          <a:ln xmlns:a="http://schemas.openxmlformats.org/drawingml/2006/main" w="9525">
            <a:solidFill>
              <a:srgbClr val="E0DFDD"/>
            </a:solidFill>
            <a:prstDash val="solid"/>
          </a:ln>
        </p:spPr>
      </p:sp>
      <p:sp>
        <p:nvSpPr>
          <p:cNvPr id="9" name="">
            <a:extLst xmlns:a="http://schemas.openxmlformats.org/drawingml/2006/main">
              <a:ext uri="{FF2B5EF4-FFF2-40B4-BE49-F238E27FC236}">
                <a16:creationId xmlns:a16="http://schemas.microsoft.com/office/drawing/2014/main" id="{C4BAEC68-6C00-4B4D-BC35-76B4159A2ABA}"/>
              </a:ext>
            </a:extLst>
          </p:cNvPr>
          <p:cNvSpPr>
            <a:spLocks xmlns:a="http://schemas.openxmlformats.org/drawingml/2006/main" noGrp="1"/>
          </p:cNvSpPr>
          <p:nvPr/>
        </p:nvSpPr>
        <p:spPr>
          <a:xfrm xmlns:a="http://schemas.openxmlformats.org/drawingml/2006/main">
            <a:off x="6000750" y="1066800"/>
            <a:ext cx="5619750" cy="400050"/>
          </a:xfrm>
          <a:prstGeom xmlns:a="http://schemas.openxmlformats.org/drawingml/2006/main" prst="roundRect">
            <a:avLst>
              <a:gd name="adj" fmla="val 19048"/>
            </a:avLst>
          </a:prstGeom>
          <a:solidFill xmlns:a="http://schemas.openxmlformats.org/drawingml/2006/main">
            <a:srgbClr val="050505"/>
          </a:solidFill>
          <a:ln xmlns:a="http://schemas.openxmlformats.org/drawingml/2006/main" w="0">
            <a:solidFill>
              <a:srgbClr val="000000">
                <a:alpha val="0"/>
              </a:srgbClr>
            </a:solidFill>
            <a:prstDash val="solid"/>
          </a:ln>
        </p:spPr>
      </p:sp>
      <p:sp>
        <p:nvSpPr>
          <p:cNvPr id="10" name="">
            <a:extLst xmlns:a="http://schemas.openxmlformats.org/drawingml/2006/main">
              <a:ext uri="{FF2B5EF4-FFF2-40B4-BE49-F238E27FC236}">
                <a16:creationId xmlns:a16="http://schemas.microsoft.com/office/drawing/2014/main" id="{0DA669B1-3FF1-4B0E-B77D-D9C56E189A30}"/>
              </a:ext>
            </a:extLst>
          </p:cNvPr>
          <p:cNvSpPr>
            <a:spLocks xmlns:a="http://schemas.openxmlformats.org/drawingml/2006/main" noGrp="1"/>
          </p:cNvSpPr>
          <p:nvPr/>
        </p:nvSpPr>
        <p:spPr>
          <a:xfrm xmlns:a="http://schemas.openxmlformats.org/drawingml/2006/main">
            <a:off x="6191250" y="1200150"/>
            <a:ext cx="1600200" cy="1143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660" b="1">
                <a:solidFill>
                  <a:srgbClr val="FFFFFF"/>
                </a:solidFill>
                <a:latin typeface="Aptos"/>
                <a:ea typeface="Aptos"/>
                <a:cs typeface="Aptos"/>
              </a:defRPr>
            </a:pPr>
            <a:r>
              <a:rPr sz="660" b="1">
                <a:solidFill>
                  <a:srgbClr val="FFFFFF"/>
                </a:solidFill>
                <a:latin typeface="Aptos"/>
                <a:ea typeface="Aptos"/>
                <a:cs typeface="Aptos"/>
              </a:rPr>
              <a:t>Captured Signal</a:t>
            </a:r>
          </a:p>
        </p:txBody>
      </p:sp>
      <p:sp>
        <p:nvSpPr>
          <p:cNvPr id="11" name="">
            <a:extLst xmlns:a="http://schemas.openxmlformats.org/drawingml/2006/main">
              <a:ext uri="{FF2B5EF4-FFF2-40B4-BE49-F238E27FC236}">
                <a16:creationId xmlns:a16="http://schemas.microsoft.com/office/drawing/2014/main" id="{0CABE3C5-CB04-4841-B63E-D4C830E33C49}"/>
              </a:ext>
            </a:extLst>
          </p:cNvPr>
          <p:cNvSpPr>
            <a:spLocks xmlns:a="http://schemas.openxmlformats.org/drawingml/2006/main" noGrp="1"/>
          </p:cNvSpPr>
          <p:nvPr/>
        </p:nvSpPr>
        <p:spPr>
          <a:xfrm xmlns:a="http://schemas.openxmlformats.org/drawingml/2006/main">
            <a:off x="7981950" y="1200150"/>
            <a:ext cx="1962150" cy="1143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660" b="1">
                <a:solidFill>
                  <a:srgbClr val="FFFFFF"/>
                </a:solidFill>
                <a:latin typeface="Aptos"/>
                <a:ea typeface="Aptos"/>
                <a:cs typeface="Aptos"/>
              </a:defRPr>
            </a:pPr>
            <a:r>
              <a:rPr sz="660" b="1">
                <a:solidFill>
                  <a:srgbClr val="FFFFFF"/>
                </a:solidFill>
                <a:latin typeface="Aptos"/>
                <a:ea typeface="Aptos"/>
                <a:cs typeface="Aptos"/>
              </a:rPr>
              <a:t>Why It Matters</a:t>
            </a:r>
          </a:p>
        </p:txBody>
      </p:sp>
      <p:sp>
        <p:nvSpPr>
          <p:cNvPr id="12" name="">
            <a:extLst xmlns:a="http://schemas.openxmlformats.org/drawingml/2006/main">
              <a:ext uri="{FF2B5EF4-FFF2-40B4-BE49-F238E27FC236}">
                <a16:creationId xmlns:a16="http://schemas.microsoft.com/office/drawing/2014/main" id="{DDEFF32D-6619-4546-87DF-BF6507F179CF}"/>
              </a:ext>
            </a:extLst>
          </p:cNvPr>
          <p:cNvSpPr>
            <a:spLocks xmlns:a="http://schemas.openxmlformats.org/drawingml/2006/main" noGrp="1"/>
          </p:cNvSpPr>
          <p:nvPr/>
        </p:nvSpPr>
        <p:spPr>
          <a:xfrm xmlns:a="http://schemas.openxmlformats.org/drawingml/2006/main">
            <a:off x="10134600" y="1200150"/>
            <a:ext cx="1466850" cy="1143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660" b="1">
                <a:solidFill>
                  <a:srgbClr val="FFFFFF"/>
                </a:solidFill>
                <a:latin typeface="Aptos"/>
                <a:ea typeface="Aptos"/>
                <a:cs typeface="Aptos"/>
              </a:defRPr>
            </a:pPr>
            <a:r>
              <a:rPr sz="660" b="1">
                <a:solidFill>
                  <a:srgbClr val="FFFFFF"/>
                </a:solidFill>
                <a:latin typeface="Aptos"/>
                <a:ea typeface="Aptos"/>
                <a:cs typeface="Aptos"/>
              </a:rPr>
              <a:t>Replay Output</a:t>
            </a:r>
          </a:p>
        </p:txBody>
      </p:sp>
      <p:sp>
        <p:nvSpPr>
          <p:cNvPr id="13" name="">
            <a:extLst xmlns:a="http://schemas.openxmlformats.org/drawingml/2006/main">
              <a:ext uri="{FF2B5EF4-FFF2-40B4-BE49-F238E27FC236}">
                <a16:creationId xmlns:a16="http://schemas.microsoft.com/office/drawing/2014/main" id="{489B5ACC-DA68-4135-AE34-1FA8C8AA648E}"/>
              </a:ext>
            </a:extLst>
          </p:cNvPr>
          <p:cNvSpPr>
            <a:spLocks xmlns:a="http://schemas.openxmlformats.org/drawingml/2006/main" noGrp="1"/>
          </p:cNvSpPr>
          <p:nvPr/>
        </p:nvSpPr>
        <p:spPr>
          <a:xfrm xmlns:a="http://schemas.openxmlformats.org/drawingml/2006/main">
            <a:off x="6191250" y="1619250"/>
            <a:ext cx="1581150" cy="3619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728" b="1">
                <a:solidFill>
                  <a:srgbClr val="050505"/>
                </a:solidFill>
                <a:latin typeface="Aptos"/>
                <a:ea typeface="Aptos"/>
                <a:cs typeface="Aptos"/>
              </a:defRPr>
            </a:pPr>
            <a:r>
              <a:rPr sz="728" b="1">
                <a:solidFill>
                  <a:srgbClr val="050505"/>
                </a:solidFill>
                <a:latin typeface="Aptos"/>
                <a:ea typeface="Aptos"/>
                <a:cs typeface="Aptos"/>
              </a:rPr>
              <a:t>Auth/config/env changed</a:t>
            </a:r>
          </a:p>
        </p:txBody>
      </p:sp>
      <p:sp>
        <p:nvSpPr>
          <p:cNvPr id="14" name="">
            <a:extLst xmlns:a="http://schemas.openxmlformats.org/drawingml/2006/main">
              <a:ext uri="{FF2B5EF4-FFF2-40B4-BE49-F238E27FC236}">
                <a16:creationId xmlns:a16="http://schemas.microsoft.com/office/drawing/2014/main" id="{DAEC1298-58C9-4012-AF81-90AB9D5D9668}"/>
              </a:ext>
            </a:extLst>
          </p:cNvPr>
          <p:cNvSpPr>
            <a:spLocks xmlns:a="http://schemas.openxmlformats.org/drawingml/2006/main" noGrp="1"/>
          </p:cNvSpPr>
          <p:nvPr/>
        </p:nvSpPr>
        <p:spPr>
          <a:xfrm xmlns:a="http://schemas.openxmlformats.org/drawingml/2006/main">
            <a:off x="7981950" y="1619250"/>
            <a:ext cx="1943100" cy="3619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653" b="0">
                <a:solidFill>
                  <a:srgbClr val="44403C"/>
                </a:solidFill>
                <a:latin typeface="Aptos"/>
                <a:ea typeface="Aptos"/>
                <a:cs typeface="Aptos"/>
              </a:defRPr>
            </a:pPr>
            <a:r>
              <a:rPr sz="653" b="0">
                <a:solidFill>
                  <a:srgbClr val="44403C"/>
                </a:solidFill>
                <a:latin typeface="Aptos"/>
                <a:ea typeface="Aptos"/>
                <a:cs typeface="Aptos"/>
              </a:rPr>
              <a:t>File sensitif disentuh; reviewer perlu cek intent dan efek samping.</a:t>
            </a:r>
          </a:p>
        </p:txBody>
      </p:sp>
      <p:sp>
        <p:nvSpPr>
          <p:cNvPr id="15" name="">
            <a:extLst xmlns:a="http://schemas.openxmlformats.org/drawingml/2006/main">
              <a:ext uri="{FF2B5EF4-FFF2-40B4-BE49-F238E27FC236}">
                <a16:creationId xmlns:a16="http://schemas.microsoft.com/office/drawing/2014/main" id="{E787C7AB-2DAE-413F-8A02-B7F4A84E0752}"/>
              </a:ext>
            </a:extLst>
          </p:cNvPr>
          <p:cNvSpPr>
            <a:spLocks xmlns:a="http://schemas.openxmlformats.org/drawingml/2006/main" noGrp="1"/>
          </p:cNvSpPr>
          <p:nvPr/>
        </p:nvSpPr>
        <p:spPr>
          <a:xfrm xmlns:a="http://schemas.openxmlformats.org/drawingml/2006/main">
            <a:off x="10134600" y="1619250"/>
            <a:ext cx="1447800" cy="3619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653" b="0">
                <a:solidFill>
                  <a:srgbClr val="44403C"/>
                </a:solidFill>
                <a:latin typeface="Aptos"/>
                <a:ea typeface="Aptos"/>
                <a:cs typeface="Aptos"/>
              </a:defRPr>
            </a:pPr>
            <a:r>
              <a:rPr sz="653" b="0">
                <a:solidFill>
                  <a:srgbClr val="44403C"/>
                </a:solidFill>
                <a:latin typeface="Aptos"/>
                <a:ea typeface="Aptos"/>
                <a:cs typeface="Aptos"/>
              </a:rPr>
              <a:t>Needs Review marker + diff jump</a:t>
            </a:r>
          </a:p>
        </p:txBody>
      </p:sp>
      <p:sp>
        <p:nvSpPr>
          <p:cNvPr id="16" name="">
            <a:extLst xmlns:a="http://schemas.openxmlformats.org/drawingml/2006/main">
              <a:ext uri="{FF2B5EF4-FFF2-40B4-BE49-F238E27FC236}">
                <a16:creationId xmlns:a16="http://schemas.microsoft.com/office/drawing/2014/main" id="{005810DE-77B7-4545-AD4F-C3BA8770B0B5}"/>
              </a:ext>
            </a:extLst>
          </p:cNvPr>
          <p:cNvSpPr>
            <a:spLocks xmlns:a="http://schemas.openxmlformats.org/drawingml/2006/main" noGrp="1"/>
          </p:cNvSpPr>
          <p:nvPr/>
        </p:nvSpPr>
        <p:spPr>
          <a:xfrm xmlns:a="http://schemas.openxmlformats.org/drawingml/2006/main">
            <a:off x="6076950" y="1657350"/>
            <a:ext cx="57150" cy="57150"/>
          </a:xfrm>
          <a:prstGeom xmlns:a="http://schemas.openxmlformats.org/drawingml/2006/main" prst="ellipse">
            <a:avLst/>
          </a:prstGeom>
          <a:solidFill xmlns:a="http://schemas.openxmlformats.org/drawingml/2006/main">
            <a:srgbClr val="F41A2F"/>
          </a:solidFill>
          <a:ln xmlns:a="http://schemas.openxmlformats.org/drawingml/2006/main" w="0">
            <a:solidFill>
              <a:srgbClr val="000000">
                <a:alpha val="0"/>
              </a:srgbClr>
            </a:solidFill>
            <a:prstDash val="solid"/>
          </a:ln>
        </p:spPr>
      </p:sp>
      <p:sp>
        <p:nvSpPr>
          <p:cNvPr id="17" name="">
            <a:extLst xmlns:a="http://schemas.openxmlformats.org/drawingml/2006/main">
              <a:ext uri="{FF2B5EF4-FFF2-40B4-BE49-F238E27FC236}">
                <a16:creationId xmlns:a16="http://schemas.microsoft.com/office/drawing/2014/main" id="{7AB0A460-09C9-4658-8017-F29E697B9D96}"/>
              </a:ext>
            </a:extLst>
          </p:cNvPr>
          <p:cNvSpPr>
            <a:spLocks xmlns:a="http://schemas.openxmlformats.org/drawingml/2006/main" noGrp="1"/>
          </p:cNvSpPr>
          <p:nvPr/>
        </p:nvSpPr>
        <p:spPr>
          <a:xfrm xmlns:a="http://schemas.openxmlformats.org/drawingml/2006/main">
            <a:off x="6191250" y="2114550"/>
            <a:ext cx="5238750" cy="9525"/>
          </a:xfrm>
          <a:prstGeom xmlns:a="http://schemas.openxmlformats.org/drawingml/2006/main" prst="rect">
            <a:avLst/>
          </a:prstGeom>
          <a:solidFill xmlns:a="http://schemas.openxmlformats.org/drawingml/2006/main">
            <a:srgbClr val="E9E6E2"/>
          </a:solidFill>
          <a:ln xmlns:a="http://schemas.openxmlformats.org/drawingml/2006/main" w="0">
            <a:solidFill>
              <a:srgbClr val="000000">
                <a:alpha val="0"/>
              </a:srgbClr>
            </a:solidFill>
            <a:prstDash val="solid"/>
          </a:ln>
        </p:spPr>
      </p:sp>
      <p:sp>
        <p:nvSpPr>
          <p:cNvPr id="18" name="">
            <a:extLst xmlns:a="http://schemas.openxmlformats.org/drawingml/2006/main">
              <a:ext uri="{FF2B5EF4-FFF2-40B4-BE49-F238E27FC236}">
                <a16:creationId xmlns:a16="http://schemas.microsoft.com/office/drawing/2014/main" id="{D2F26DF2-78A0-4F72-8598-8DF1C64F2277}"/>
              </a:ext>
            </a:extLst>
          </p:cNvPr>
          <p:cNvSpPr>
            <a:spLocks xmlns:a="http://schemas.openxmlformats.org/drawingml/2006/main" noGrp="1"/>
          </p:cNvSpPr>
          <p:nvPr/>
        </p:nvSpPr>
        <p:spPr>
          <a:xfrm xmlns:a="http://schemas.openxmlformats.org/drawingml/2006/main">
            <a:off x="6191250" y="2247900"/>
            <a:ext cx="1581150" cy="3619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728" b="1">
                <a:solidFill>
                  <a:srgbClr val="050505"/>
                </a:solidFill>
                <a:latin typeface="Aptos"/>
                <a:ea typeface="Aptos"/>
                <a:cs typeface="Aptos"/>
              </a:defRPr>
            </a:pPr>
            <a:r>
              <a:rPr sz="728" b="1">
                <a:solidFill>
                  <a:srgbClr val="050505"/>
                </a:solidFill>
                <a:latin typeface="Aptos"/>
                <a:ea typeface="Aptos"/>
                <a:cs typeface="Aptos"/>
              </a:rPr>
              <a:t>Repeated command/error</a:t>
            </a:r>
          </a:p>
        </p:txBody>
      </p:sp>
      <p:sp>
        <p:nvSpPr>
          <p:cNvPr id="19" name="">
            <a:extLst xmlns:a="http://schemas.openxmlformats.org/drawingml/2006/main">
              <a:ext uri="{FF2B5EF4-FFF2-40B4-BE49-F238E27FC236}">
                <a16:creationId xmlns:a16="http://schemas.microsoft.com/office/drawing/2014/main" id="{BFEC60EC-877C-4FE8-891D-EF871FB5C1AE}"/>
              </a:ext>
            </a:extLst>
          </p:cNvPr>
          <p:cNvSpPr>
            <a:spLocks xmlns:a="http://schemas.openxmlformats.org/drawingml/2006/main" noGrp="1"/>
          </p:cNvSpPr>
          <p:nvPr/>
        </p:nvSpPr>
        <p:spPr>
          <a:xfrm xmlns:a="http://schemas.openxmlformats.org/drawingml/2006/main">
            <a:off x="7981950" y="2247900"/>
            <a:ext cx="1943100" cy="3619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653" b="0">
                <a:solidFill>
                  <a:srgbClr val="44403C"/>
                </a:solidFill>
                <a:latin typeface="Aptos"/>
                <a:ea typeface="Aptos"/>
                <a:cs typeface="Aptos"/>
              </a:defRPr>
            </a:pPr>
            <a:r>
              <a:rPr sz="653" b="0">
                <a:solidFill>
                  <a:srgbClr val="44403C"/>
                </a:solidFill>
                <a:latin typeface="Aptos"/>
                <a:ea typeface="Aptos"/>
                <a:cs typeface="Aptos"/>
              </a:rPr>
              <a:t>Agent mungkin mencoba fix yang sama tanpa progress yang jelas.</a:t>
            </a:r>
          </a:p>
        </p:txBody>
      </p:sp>
      <p:sp>
        <p:nvSpPr>
          <p:cNvPr id="20" name="">
            <a:extLst xmlns:a="http://schemas.openxmlformats.org/drawingml/2006/main">
              <a:ext uri="{FF2B5EF4-FFF2-40B4-BE49-F238E27FC236}">
                <a16:creationId xmlns:a16="http://schemas.microsoft.com/office/drawing/2014/main" id="{1774C8D9-0F52-40CA-A902-EBBC6B946AE6}"/>
              </a:ext>
            </a:extLst>
          </p:cNvPr>
          <p:cNvSpPr>
            <a:spLocks xmlns:a="http://schemas.openxmlformats.org/drawingml/2006/main" noGrp="1"/>
          </p:cNvSpPr>
          <p:nvPr/>
        </p:nvSpPr>
        <p:spPr>
          <a:xfrm xmlns:a="http://schemas.openxmlformats.org/drawingml/2006/main">
            <a:off x="10134600" y="2247900"/>
            <a:ext cx="1447800" cy="3619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653" b="0">
                <a:solidFill>
                  <a:srgbClr val="44403C"/>
                </a:solidFill>
                <a:latin typeface="Aptos"/>
                <a:ea typeface="Aptos"/>
                <a:cs typeface="Aptos"/>
              </a:defRPr>
            </a:pPr>
            <a:r>
              <a:rPr sz="653" b="0">
                <a:solidFill>
                  <a:srgbClr val="44403C"/>
                </a:solidFill>
                <a:latin typeface="Aptos"/>
                <a:ea typeface="Aptos"/>
                <a:cs typeface="Aptos"/>
              </a:rPr>
              <a:t>Yellow/red timeline segment</a:t>
            </a:r>
          </a:p>
        </p:txBody>
      </p:sp>
      <p:sp>
        <p:nvSpPr>
          <p:cNvPr id="21" name="">
            <a:extLst xmlns:a="http://schemas.openxmlformats.org/drawingml/2006/main">
              <a:ext uri="{FF2B5EF4-FFF2-40B4-BE49-F238E27FC236}">
                <a16:creationId xmlns:a16="http://schemas.microsoft.com/office/drawing/2014/main" id="{21C8DC0A-AFC0-4A20-BB0E-D391D8738455}"/>
              </a:ext>
            </a:extLst>
          </p:cNvPr>
          <p:cNvSpPr>
            <a:spLocks xmlns:a="http://schemas.openxmlformats.org/drawingml/2006/main" noGrp="1"/>
          </p:cNvSpPr>
          <p:nvPr/>
        </p:nvSpPr>
        <p:spPr>
          <a:xfrm xmlns:a="http://schemas.openxmlformats.org/drawingml/2006/main">
            <a:off x="6076950" y="2286000"/>
            <a:ext cx="57150" cy="57150"/>
          </a:xfrm>
          <a:prstGeom xmlns:a="http://schemas.openxmlformats.org/drawingml/2006/main" prst="ellipse">
            <a:avLst/>
          </a:prstGeom>
          <a:solidFill xmlns:a="http://schemas.openxmlformats.org/drawingml/2006/main">
            <a:srgbClr val="F59E0B"/>
          </a:solidFill>
          <a:ln xmlns:a="http://schemas.openxmlformats.org/drawingml/2006/main" w="0">
            <a:solidFill>
              <a:srgbClr val="000000">
                <a:alpha val="0"/>
              </a:srgbClr>
            </a:solidFill>
            <a:prstDash val="solid"/>
          </a:ln>
        </p:spPr>
      </p:sp>
      <p:sp>
        <p:nvSpPr>
          <p:cNvPr id="22" name="">
            <a:extLst xmlns:a="http://schemas.openxmlformats.org/drawingml/2006/main">
              <a:ext uri="{FF2B5EF4-FFF2-40B4-BE49-F238E27FC236}">
                <a16:creationId xmlns:a16="http://schemas.microsoft.com/office/drawing/2014/main" id="{D2277E5E-4E5A-4CF1-8A77-94E2ECB9B490}"/>
              </a:ext>
            </a:extLst>
          </p:cNvPr>
          <p:cNvSpPr>
            <a:spLocks xmlns:a="http://schemas.openxmlformats.org/drawingml/2006/main" noGrp="1"/>
          </p:cNvSpPr>
          <p:nvPr/>
        </p:nvSpPr>
        <p:spPr>
          <a:xfrm xmlns:a="http://schemas.openxmlformats.org/drawingml/2006/main">
            <a:off x="6191250" y="2743200"/>
            <a:ext cx="5238750" cy="9525"/>
          </a:xfrm>
          <a:prstGeom xmlns:a="http://schemas.openxmlformats.org/drawingml/2006/main" prst="rect">
            <a:avLst/>
          </a:prstGeom>
          <a:solidFill xmlns:a="http://schemas.openxmlformats.org/drawingml/2006/main">
            <a:srgbClr val="E9E6E2"/>
          </a:solidFill>
          <a:ln xmlns:a="http://schemas.openxmlformats.org/drawingml/2006/main" w="0">
            <a:solidFill>
              <a:srgbClr val="000000">
                <a:alpha val="0"/>
              </a:srgbClr>
            </a:solidFill>
            <a:prstDash val="solid"/>
          </a:ln>
        </p:spPr>
      </p:sp>
      <p:sp>
        <p:nvSpPr>
          <p:cNvPr id="23" name="">
            <a:extLst xmlns:a="http://schemas.openxmlformats.org/drawingml/2006/main">
              <a:ext uri="{FF2B5EF4-FFF2-40B4-BE49-F238E27FC236}">
                <a16:creationId xmlns:a16="http://schemas.microsoft.com/office/drawing/2014/main" id="{7F2E175C-0193-4798-8F67-4E5487AADD74}"/>
              </a:ext>
            </a:extLst>
          </p:cNvPr>
          <p:cNvSpPr>
            <a:spLocks xmlns:a="http://schemas.openxmlformats.org/drawingml/2006/main" noGrp="1"/>
          </p:cNvSpPr>
          <p:nvPr/>
        </p:nvSpPr>
        <p:spPr>
          <a:xfrm xmlns:a="http://schemas.openxmlformats.org/drawingml/2006/main">
            <a:off x="6191250" y="2876550"/>
            <a:ext cx="1581150" cy="3619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728" b="1">
                <a:solidFill>
                  <a:srgbClr val="050505"/>
                </a:solidFill>
                <a:latin typeface="Aptos"/>
                <a:ea typeface="Aptos"/>
                <a:cs typeface="Aptos"/>
              </a:defRPr>
            </a:pPr>
            <a:r>
              <a:rPr sz="728" b="1">
                <a:solidFill>
                  <a:srgbClr val="050505"/>
                </a:solidFill>
                <a:latin typeface="Aptos"/>
                <a:ea typeface="Aptos"/>
                <a:cs typeface="Aptos"/>
              </a:rPr>
              <a:t>Test failed then passed</a:t>
            </a:r>
          </a:p>
        </p:txBody>
      </p:sp>
      <p:sp>
        <p:nvSpPr>
          <p:cNvPr id="24" name="">
            <a:extLst xmlns:a="http://schemas.openxmlformats.org/drawingml/2006/main">
              <a:ext uri="{FF2B5EF4-FFF2-40B4-BE49-F238E27FC236}">
                <a16:creationId xmlns:a16="http://schemas.microsoft.com/office/drawing/2014/main" id="{63642CCA-1FE8-4629-A507-D3968EC86975}"/>
              </a:ext>
            </a:extLst>
          </p:cNvPr>
          <p:cNvSpPr>
            <a:spLocks xmlns:a="http://schemas.openxmlformats.org/drawingml/2006/main" noGrp="1"/>
          </p:cNvSpPr>
          <p:nvPr/>
        </p:nvSpPr>
        <p:spPr>
          <a:xfrm xmlns:a="http://schemas.openxmlformats.org/drawingml/2006/main">
            <a:off x="7981950" y="2876550"/>
            <a:ext cx="1943100" cy="3619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653" b="0">
                <a:solidFill>
                  <a:srgbClr val="44403C"/>
                </a:solidFill>
                <a:latin typeface="Aptos"/>
                <a:ea typeface="Aptos"/>
                <a:cs typeface="Aptos"/>
              </a:defRPr>
            </a:pPr>
            <a:r>
              <a:rPr sz="653" b="0">
                <a:solidFill>
                  <a:srgbClr val="44403C"/>
                </a:solidFill>
                <a:latin typeface="Aptos"/>
                <a:ea typeface="Aptos"/>
                <a:cs typeface="Aptos"/>
              </a:rPr>
              <a:t>Perubahan berhasil, tapi jalan perbaikannya perlu dilihat.</a:t>
            </a:r>
          </a:p>
        </p:txBody>
      </p:sp>
      <p:sp>
        <p:nvSpPr>
          <p:cNvPr id="25" name="">
            <a:extLst xmlns:a="http://schemas.openxmlformats.org/drawingml/2006/main">
              <a:ext uri="{FF2B5EF4-FFF2-40B4-BE49-F238E27FC236}">
                <a16:creationId xmlns:a16="http://schemas.microsoft.com/office/drawing/2014/main" id="{B9ACEC8B-49EE-405F-B523-962492AD0581}"/>
              </a:ext>
            </a:extLst>
          </p:cNvPr>
          <p:cNvSpPr>
            <a:spLocks xmlns:a="http://schemas.openxmlformats.org/drawingml/2006/main" noGrp="1"/>
          </p:cNvSpPr>
          <p:nvPr/>
        </p:nvSpPr>
        <p:spPr>
          <a:xfrm xmlns:a="http://schemas.openxmlformats.org/drawingml/2006/main">
            <a:off x="10134600" y="2876550"/>
            <a:ext cx="1447800" cy="3619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653" b="0">
                <a:solidFill>
                  <a:srgbClr val="44403C"/>
                </a:solidFill>
                <a:latin typeface="Aptos"/>
                <a:ea typeface="Aptos"/>
                <a:cs typeface="Aptos"/>
              </a:defRPr>
            </a:pPr>
            <a:r>
              <a:rPr sz="653" b="0">
                <a:solidFill>
                  <a:srgbClr val="44403C"/>
                </a:solidFill>
                <a:latin typeface="Aptos"/>
                <a:ea typeface="Aptos"/>
                <a:cs typeface="Aptos"/>
              </a:rPr>
              <a:t>Chapter: fixing -&gt; verify</a:t>
            </a:r>
          </a:p>
        </p:txBody>
      </p:sp>
      <p:sp>
        <p:nvSpPr>
          <p:cNvPr id="26" name="">
            <a:extLst xmlns:a="http://schemas.openxmlformats.org/drawingml/2006/main">
              <a:ext uri="{FF2B5EF4-FFF2-40B4-BE49-F238E27FC236}">
                <a16:creationId xmlns:a16="http://schemas.microsoft.com/office/drawing/2014/main" id="{84938843-083D-4C1A-B737-50972F55CB67}"/>
              </a:ext>
            </a:extLst>
          </p:cNvPr>
          <p:cNvSpPr>
            <a:spLocks xmlns:a="http://schemas.openxmlformats.org/drawingml/2006/main" noGrp="1"/>
          </p:cNvSpPr>
          <p:nvPr/>
        </p:nvSpPr>
        <p:spPr>
          <a:xfrm xmlns:a="http://schemas.openxmlformats.org/drawingml/2006/main">
            <a:off x="6076950" y="2914650"/>
            <a:ext cx="57150" cy="57150"/>
          </a:xfrm>
          <a:prstGeom xmlns:a="http://schemas.openxmlformats.org/drawingml/2006/main" prst="ellipse">
            <a:avLst/>
          </a:prstGeom>
          <a:solidFill xmlns:a="http://schemas.openxmlformats.org/drawingml/2006/main">
            <a:srgbClr val="16A34A"/>
          </a:solidFill>
          <a:ln xmlns:a="http://schemas.openxmlformats.org/drawingml/2006/main" w="0">
            <a:solidFill>
              <a:srgbClr val="000000">
                <a:alpha val="0"/>
              </a:srgbClr>
            </a:solidFill>
            <a:prstDash val="solid"/>
          </a:ln>
        </p:spPr>
      </p:sp>
      <p:sp>
        <p:nvSpPr>
          <p:cNvPr id="27" name="">
            <a:extLst xmlns:a="http://schemas.openxmlformats.org/drawingml/2006/main">
              <a:ext uri="{FF2B5EF4-FFF2-40B4-BE49-F238E27FC236}">
                <a16:creationId xmlns:a16="http://schemas.microsoft.com/office/drawing/2014/main" id="{C657B83C-C8E9-4B1D-B7E1-835CE1190981}"/>
              </a:ext>
            </a:extLst>
          </p:cNvPr>
          <p:cNvSpPr>
            <a:spLocks xmlns:a="http://schemas.openxmlformats.org/drawingml/2006/main" noGrp="1"/>
          </p:cNvSpPr>
          <p:nvPr/>
        </p:nvSpPr>
        <p:spPr>
          <a:xfrm xmlns:a="http://schemas.openxmlformats.org/drawingml/2006/main">
            <a:off x="6191250" y="3371850"/>
            <a:ext cx="5238750" cy="9525"/>
          </a:xfrm>
          <a:prstGeom xmlns:a="http://schemas.openxmlformats.org/drawingml/2006/main" prst="rect">
            <a:avLst/>
          </a:prstGeom>
          <a:solidFill xmlns:a="http://schemas.openxmlformats.org/drawingml/2006/main">
            <a:srgbClr val="E9E6E2"/>
          </a:solidFill>
          <a:ln xmlns:a="http://schemas.openxmlformats.org/drawingml/2006/main" w="0">
            <a:solidFill>
              <a:srgbClr val="000000">
                <a:alpha val="0"/>
              </a:srgbClr>
            </a:solidFill>
            <a:prstDash val="solid"/>
          </a:ln>
        </p:spPr>
      </p:sp>
      <p:sp>
        <p:nvSpPr>
          <p:cNvPr id="28" name="">
            <a:extLst xmlns:a="http://schemas.openxmlformats.org/drawingml/2006/main">
              <a:ext uri="{FF2B5EF4-FFF2-40B4-BE49-F238E27FC236}">
                <a16:creationId xmlns:a16="http://schemas.microsoft.com/office/drawing/2014/main" id="{1B5B4AD7-BB4D-4E3E-8F6E-A3435D2AA690}"/>
              </a:ext>
            </a:extLst>
          </p:cNvPr>
          <p:cNvSpPr>
            <a:spLocks xmlns:a="http://schemas.openxmlformats.org/drawingml/2006/main" noGrp="1"/>
          </p:cNvSpPr>
          <p:nvPr/>
        </p:nvSpPr>
        <p:spPr>
          <a:xfrm xmlns:a="http://schemas.openxmlformats.org/drawingml/2006/main">
            <a:off x="6191250" y="3505200"/>
            <a:ext cx="1581150" cy="3619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728" b="1">
                <a:solidFill>
                  <a:srgbClr val="050505"/>
                </a:solidFill>
                <a:latin typeface="Aptos"/>
                <a:ea typeface="Aptos"/>
                <a:cs typeface="Aptos"/>
              </a:defRPr>
            </a:pPr>
            <a:r>
              <a:rPr sz="728" b="1">
                <a:solidFill>
                  <a:srgbClr val="050505"/>
                </a:solidFill>
                <a:latin typeface="Aptos"/>
                <a:ea typeface="Aptos"/>
                <a:cs typeface="Aptos"/>
              </a:rPr>
              <a:t>Large diff / patch melebar</a:t>
            </a:r>
          </a:p>
        </p:txBody>
      </p:sp>
      <p:sp>
        <p:nvSpPr>
          <p:cNvPr id="29" name="">
            <a:extLst xmlns:a="http://schemas.openxmlformats.org/drawingml/2006/main">
              <a:ext uri="{FF2B5EF4-FFF2-40B4-BE49-F238E27FC236}">
                <a16:creationId xmlns:a16="http://schemas.microsoft.com/office/drawing/2014/main" id="{364903C3-4C1A-4E74-96A5-E427A9F12072}"/>
              </a:ext>
            </a:extLst>
          </p:cNvPr>
          <p:cNvSpPr>
            <a:spLocks xmlns:a="http://schemas.openxmlformats.org/drawingml/2006/main" noGrp="1"/>
          </p:cNvSpPr>
          <p:nvPr/>
        </p:nvSpPr>
        <p:spPr>
          <a:xfrm xmlns:a="http://schemas.openxmlformats.org/drawingml/2006/main">
            <a:off x="7981950" y="3505200"/>
            <a:ext cx="1943100" cy="3619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653" b="0">
                <a:solidFill>
                  <a:srgbClr val="44403C"/>
                </a:solidFill>
                <a:latin typeface="Aptos"/>
                <a:ea typeface="Aptos"/>
                <a:cs typeface="Aptos"/>
              </a:defRPr>
            </a:pPr>
            <a:r>
              <a:rPr sz="653" b="0">
                <a:solidFill>
                  <a:srgbClr val="44403C"/>
                </a:solidFill>
                <a:latin typeface="Aptos"/>
                <a:ea typeface="Aptos"/>
                <a:cs typeface="Aptos"/>
              </a:rPr>
              <a:t>Issue kecil bisa berubah menjadi banyak kode kotor.</a:t>
            </a:r>
          </a:p>
        </p:txBody>
      </p:sp>
      <p:sp>
        <p:nvSpPr>
          <p:cNvPr id="30" name="">
            <a:extLst xmlns:a="http://schemas.openxmlformats.org/drawingml/2006/main">
              <a:ext uri="{FF2B5EF4-FFF2-40B4-BE49-F238E27FC236}">
                <a16:creationId xmlns:a16="http://schemas.microsoft.com/office/drawing/2014/main" id="{D2038F62-252F-49D7-AD18-B4A72FF11975}"/>
              </a:ext>
            </a:extLst>
          </p:cNvPr>
          <p:cNvSpPr>
            <a:spLocks xmlns:a="http://schemas.openxmlformats.org/drawingml/2006/main" noGrp="1"/>
          </p:cNvSpPr>
          <p:nvPr/>
        </p:nvSpPr>
        <p:spPr>
          <a:xfrm xmlns:a="http://schemas.openxmlformats.org/drawingml/2006/main">
            <a:off x="10134600" y="3505200"/>
            <a:ext cx="1447800" cy="3619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653" b="0">
                <a:solidFill>
                  <a:srgbClr val="44403C"/>
                </a:solidFill>
                <a:latin typeface="Aptos"/>
                <a:ea typeface="Aptos"/>
                <a:cs typeface="Aptos"/>
              </a:defRPr>
            </a:pPr>
            <a:r>
              <a:rPr sz="653" b="0">
                <a:solidFill>
                  <a:srgbClr val="44403C"/>
                </a:solidFill>
                <a:latin typeface="Aptos"/>
                <a:ea typeface="Aptos"/>
                <a:cs typeface="Aptos"/>
              </a:rPr>
              <a:t>Behavior map + file list</a:t>
            </a:r>
          </a:p>
        </p:txBody>
      </p:sp>
      <p:sp>
        <p:nvSpPr>
          <p:cNvPr id="31" name="">
            <a:extLst xmlns:a="http://schemas.openxmlformats.org/drawingml/2006/main">
              <a:ext uri="{FF2B5EF4-FFF2-40B4-BE49-F238E27FC236}">
                <a16:creationId xmlns:a16="http://schemas.microsoft.com/office/drawing/2014/main" id="{76396838-DBA0-4E35-92BE-04343DC50D59}"/>
              </a:ext>
            </a:extLst>
          </p:cNvPr>
          <p:cNvSpPr>
            <a:spLocks xmlns:a="http://schemas.openxmlformats.org/drawingml/2006/main" noGrp="1"/>
          </p:cNvSpPr>
          <p:nvPr/>
        </p:nvSpPr>
        <p:spPr>
          <a:xfrm xmlns:a="http://schemas.openxmlformats.org/drawingml/2006/main">
            <a:off x="6076950" y="3543300"/>
            <a:ext cx="57150" cy="57150"/>
          </a:xfrm>
          <a:prstGeom xmlns:a="http://schemas.openxmlformats.org/drawingml/2006/main" prst="ellipse">
            <a:avLst/>
          </a:prstGeom>
          <a:solidFill xmlns:a="http://schemas.openxmlformats.org/drawingml/2006/main">
            <a:srgbClr val="DC2626"/>
          </a:solidFill>
          <a:ln xmlns:a="http://schemas.openxmlformats.org/drawingml/2006/main" w="0">
            <a:solidFill>
              <a:srgbClr val="000000">
                <a:alpha val="0"/>
              </a:srgbClr>
            </a:solidFill>
            <a:prstDash val="solid"/>
          </a:ln>
        </p:spPr>
      </p:sp>
      <p:sp>
        <p:nvSpPr>
          <p:cNvPr id="32" name="">
            <a:extLst xmlns:a="http://schemas.openxmlformats.org/drawingml/2006/main">
              <a:ext uri="{FF2B5EF4-FFF2-40B4-BE49-F238E27FC236}">
                <a16:creationId xmlns:a16="http://schemas.microsoft.com/office/drawing/2014/main" id="{190BD13C-B8CE-4C9B-B61C-428B58E6F0FD}"/>
              </a:ext>
            </a:extLst>
          </p:cNvPr>
          <p:cNvSpPr>
            <a:spLocks xmlns:a="http://schemas.openxmlformats.org/drawingml/2006/main" noGrp="1"/>
          </p:cNvSpPr>
          <p:nvPr/>
        </p:nvSpPr>
        <p:spPr>
          <a:xfrm xmlns:a="http://schemas.openxmlformats.org/drawingml/2006/main">
            <a:off x="6191250" y="4000500"/>
            <a:ext cx="5238750" cy="9525"/>
          </a:xfrm>
          <a:prstGeom xmlns:a="http://schemas.openxmlformats.org/drawingml/2006/main" prst="rect">
            <a:avLst/>
          </a:prstGeom>
          <a:solidFill xmlns:a="http://schemas.openxmlformats.org/drawingml/2006/main">
            <a:srgbClr val="E9E6E2"/>
          </a:solidFill>
          <a:ln xmlns:a="http://schemas.openxmlformats.org/drawingml/2006/main" w="0">
            <a:solidFill>
              <a:srgbClr val="000000">
                <a:alpha val="0"/>
              </a:srgbClr>
            </a:solidFill>
            <a:prstDash val="solid"/>
          </a:ln>
        </p:spPr>
      </p:sp>
      <p:sp>
        <p:nvSpPr>
          <p:cNvPr id="33" name="">
            <a:extLst xmlns:a="http://schemas.openxmlformats.org/drawingml/2006/main">
              <a:ext uri="{FF2B5EF4-FFF2-40B4-BE49-F238E27FC236}">
                <a16:creationId xmlns:a16="http://schemas.microsoft.com/office/drawing/2014/main" id="{5A6EA9CD-128D-4AAA-802B-9DB0433DB718}"/>
              </a:ext>
            </a:extLst>
          </p:cNvPr>
          <p:cNvSpPr>
            <a:spLocks xmlns:a="http://schemas.openxmlformats.org/drawingml/2006/main" noGrp="1"/>
          </p:cNvSpPr>
          <p:nvPr/>
        </p:nvSpPr>
        <p:spPr>
          <a:xfrm xmlns:a="http://schemas.openxmlformats.org/drawingml/2006/main">
            <a:off x="6191250" y="4133850"/>
            <a:ext cx="1581150" cy="3619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728" b="1">
                <a:solidFill>
                  <a:srgbClr val="050505"/>
                </a:solidFill>
                <a:latin typeface="Aptos"/>
                <a:ea typeface="Aptos"/>
                <a:cs typeface="Aptos"/>
              </a:defRPr>
            </a:pPr>
            <a:r>
              <a:rPr sz="728" b="1">
                <a:solidFill>
                  <a:srgbClr val="050505"/>
                </a:solidFill>
                <a:latin typeface="Aptos"/>
                <a:ea typeface="Aptos"/>
                <a:cs typeface="Aptos"/>
              </a:rPr>
              <a:t>Dependency installed</a:t>
            </a:r>
          </a:p>
        </p:txBody>
      </p:sp>
      <p:sp>
        <p:nvSpPr>
          <p:cNvPr id="34" name="">
            <a:extLst xmlns:a="http://schemas.openxmlformats.org/drawingml/2006/main">
              <a:ext uri="{FF2B5EF4-FFF2-40B4-BE49-F238E27FC236}">
                <a16:creationId xmlns:a16="http://schemas.microsoft.com/office/drawing/2014/main" id="{6DADF9AD-4FA7-45E0-BFCD-4119EBA11018}"/>
              </a:ext>
            </a:extLst>
          </p:cNvPr>
          <p:cNvSpPr>
            <a:spLocks xmlns:a="http://schemas.openxmlformats.org/drawingml/2006/main" noGrp="1"/>
          </p:cNvSpPr>
          <p:nvPr/>
        </p:nvSpPr>
        <p:spPr>
          <a:xfrm xmlns:a="http://schemas.openxmlformats.org/drawingml/2006/main">
            <a:off x="7981950" y="4133850"/>
            <a:ext cx="1943100" cy="3619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653" b="0">
                <a:solidFill>
                  <a:srgbClr val="44403C"/>
                </a:solidFill>
                <a:latin typeface="Aptos"/>
                <a:ea typeface="Aptos"/>
                <a:cs typeface="Aptos"/>
              </a:defRPr>
            </a:pPr>
            <a:r>
              <a:rPr sz="653" b="0">
                <a:solidFill>
                  <a:srgbClr val="44403C"/>
                </a:solidFill>
                <a:latin typeface="Aptos"/>
                <a:ea typeface="Aptos"/>
                <a:cs typeface="Aptos"/>
              </a:rPr>
              <a:t>Supply chain dan runtime behavior bisa berubah.</a:t>
            </a:r>
          </a:p>
        </p:txBody>
      </p:sp>
      <p:sp>
        <p:nvSpPr>
          <p:cNvPr id="35" name="">
            <a:extLst xmlns:a="http://schemas.openxmlformats.org/drawingml/2006/main">
              <a:ext uri="{FF2B5EF4-FFF2-40B4-BE49-F238E27FC236}">
                <a16:creationId xmlns:a16="http://schemas.microsoft.com/office/drawing/2014/main" id="{F812AEBA-6834-4818-881F-1CC9488ED8E7}"/>
              </a:ext>
            </a:extLst>
          </p:cNvPr>
          <p:cNvSpPr>
            <a:spLocks xmlns:a="http://schemas.openxmlformats.org/drawingml/2006/main" noGrp="1"/>
          </p:cNvSpPr>
          <p:nvPr/>
        </p:nvSpPr>
        <p:spPr>
          <a:xfrm xmlns:a="http://schemas.openxmlformats.org/drawingml/2006/main">
            <a:off x="10134600" y="4133850"/>
            <a:ext cx="1447800" cy="3619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653" b="0">
                <a:solidFill>
                  <a:srgbClr val="44403C"/>
                </a:solidFill>
                <a:latin typeface="Aptos"/>
                <a:ea typeface="Aptos"/>
                <a:cs typeface="Aptos"/>
              </a:defRPr>
            </a:pPr>
            <a:r>
              <a:rPr sz="653" b="0">
                <a:solidFill>
                  <a:srgbClr val="44403C"/>
                </a:solidFill>
                <a:latin typeface="Aptos"/>
                <a:ea typeface="Aptos"/>
                <a:cs typeface="Aptos"/>
              </a:rPr>
              <a:t>Dependency marker + command output</a:t>
            </a:r>
          </a:p>
        </p:txBody>
      </p:sp>
      <p:sp>
        <p:nvSpPr>
          <p:cNvPr id="36" name="">
            <a:extLst xmlns:a="http://schemas.openxmlformats.org/drawingml/2006/main">
              <a:ext uri="{FF2B5EF4-FFF2-40B4-BE49-F238E27FC236}">
                <a16:creationId xmlns:a16="http://schemas.microsoft.com/office/drawing/2014/main" id="{92B79CA3-B185-43C7-9E63-28554AA1E150}"/>
              </a:ext>
            </a:extLst>
          </p:cNvPr>
          <p:cNvSpPr>
            <a:spLocks xmlns:a="http://schemas.openxmlformats.org/drawingml/2006/main" noGrp="1"/>
          </p:cNvSpPr>
          <p:nvPr/>
        </p:nvSpPr>
        <p:spPr>
          <a:xfrm xmlns:a="http://schemas.openxmlformats.org/drawingml/2006/main">
            <a:off x="6076950" y="4171950"/>
            <a:ext cx="57150" cy="57150"/>
          </a:xfrm>
          <a:prstGeom xmlns:a="http://schemas.openxmlformats.org/drawingml/2006/main" prst="ellipse">
            <a:avLst/>
          </a:prstGeom>
          <a:solidFill xmlns:a="http://schemas.openxmlformats.org/drawingml/2006/main">
            <a:srgbClr val="315BA8"/>
          </a:solidFill>
          <a:ln xmlns:a="http://schemas.openxmlformats.org/drawingml/2006/main" w="0">
            <a:solidFill>
              <a:srgbClr val="000000">
                <a:alpha val="0"/>
              </a:srgbClr>
            </a:solidFill>
            <a:prstDash val="solid"/>
          </a:ln>
        </p:spPr>
      </p:sp>
      <p:sp>
        <p:nvSpPr>
          <p:cNvPr id="37" name="">
            <a:extLst xmlns:a="http://schemas.openxmlformats.org/drawingml/2006/main">
              <a:ext uri="{FF2B5EF4-FFF2-40B4-BE49-F238E27FC236}">
                <a16:creationId xmlns:a16="http://schemas.microsoft.com/office/drawing/2014/main" id="{E36E454C-765A-4EA3-9BD9-3050E6B3595F}"/>
              </a:ext>
            </a:extLst>
          </p:cNvPr>
          <p:cNvSpPr>
            <a:spLocks xmlns:a="http://schemas.openxmlformats.org/drawingml/2006/main" noGrp="1"/>
          </p:cNvSpPr>
          <p:nvPr/>
        </p:nvSpPr>
        <p:spPr>
          <a:xfrm xmlns:a="http://schemas.openxmlformats.org/drawingml/2006/main">
            <a:off x="6000750" y="5257800"/>
            <a:ext cx="5619750" cy="552450"/>
          </a:xfrm>
          <a:prstGeom xmlns:a="http://schemas.openxmlformats.org/drawingml/2006/main" prst="roundRect">
            <a:avLst>
              <a:gd name="adj" fmla="val 13793"/>
            </a:avLst>
          </a:prstGeom>
          <a:solidFill xmlns:a="http://schemas.openxmlformats.org/drawingml/2006/main">
            <a:srgbClr val="F5F3F1"/>
          </a:solidFill>
          <a:ln xmlns:a="http://schemas.openxmlformats.org/drawingml/2006/main" w="9525">
            <a:solidFill>
              <a:srgbClr val="E0DFDD"/>
            </a:solidFill>
            <a:prstDash val="solid"/>
          </a:ln>
        </p:spPr>
      </p:sp>
      <p:sp>
        <p:nvSpPr>
          <p:cNvPr id="38" name="">
            <a:extLst xmlns:a="http://schemas.openxmlformats.org/drawingml/2006/main">
              <a:ext uri="{FF2B5EF4-FFF2-40B4-BE49-F238E27FC236}">
                <a16:creationId xmlns:a16="http://schemas.microsoft.com/office/drawing/2014/main" id="{E2CC63F0-01C6-4839-A3A4-160E508EE22E}"/>
              </a:ext>
            </a:extLst>
          </p:cNvPr>
          <p:cNvSpPr>
            <a:spLocks xmlns:a="http://schemas.openxmlformats.org/drawingml/2006/main" noGrp="1"/>
          </p:cNvSpPr>
          <p:nvPr/>
        </p:nvSpPr>
        <p:spPr>
          <a:xfrm xmlns:a="http://schemas.openxmlformats.org/drawingml/2006/main">
            <a:off x="6191250" y="5467350"/>
            <a:ext cx="685800" cy="1143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570" b="1">
                <a:solidFill>
                  <a:srgbClr val="050505"/>
                </a:solidFill>
                <a:latin typeface="Aptos"/>
                <a:ea typeface="Aptos"/>
                <a:cs typeface="Aptos"/>
              </a:defRPr>
            </a:pPr>
            <a:r>
              <a:rPr sz="570" b="1">
                <a:solidFill>
                  <a:srgbClr val="050505"/>
                </a:solidFill>
                <a:latin typeface="Aptos"/>
                <a:ea typeface="Aptos"/>
                <a:cs typeface="Aptos"/>
              </a:rPr>
              <a:t>Next.js</a:t>
            </a:r>
          </a:p>
        </p:txBody>
      </p:sp>
      <p:sp>
        <p:nvSpPr>
          <p:cNvPr id="39" name="">
            <a:extLst xmlns:a="http://schemas.openxmlformats.org/drawingml/2006/main">
              <a:ext uri="{FF2B5EF4-FFF2-40B4-BE49-F238E27FC236}">
                <a16:creationId xmlns:a16="http://schemas.microsoft.com/office/drawing/2014/main" id="{3704AC2E-0F65-40C1-B8DE-F55248C71F31}"/>
              </a:ext>
            </a:extLst>
          </p:cNvPr>
          <p:cNvSpPr>
            <a:spLocks xmlns:a="http://schemas.openxmlformats.org/drawingml/2006/main" noGrp="1"/>
          </p:cNvSpPr>
          <p:nvPr/>
        </p:nvSpPr>
        <p:spPr>
          <a:xfrm xmlns:a="http://schemas.openxmlformats.org/drawingml/2006/main">
            <a:off x="6953250" y="5467350"/>
            <a:ext cx="685800" cy="1143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570" b="1">
                <a:solidFill>
                  <a:srgbClr val="050505"/>
                </a:solidFill>
                <a:latin typeface="Aptos"/>
                <a:ea typeface="Aptos"/>
                <a:cs typeface="Aptos"/>
              </a:defRPr>
            </a:pPr>
            <a:r>
              <a:rPr sz="570" b="1">
                <a:solidFill>
                  <a:srgbClr val="050505"/>
                </a:solidFill>
                <a:latin typeface="Aptos"/>
                <a:ea typeface="Aptos"/>
                <a:cs typeface="Aptos"/>
              </a:rPr>
              <a:t>React</a:t>
            </a:r>
          </a:p>
        </p:txBody>
      </p:sp>
      <p:sp>
        <p:nvSpPr>
          <p:cNvPr id="40" name="">
            <a:extLst xmlns:a="http://schemas.openxmlformats.org/drawingml/2006/main">
              <a:ext uri="{FF2B5EF4-FFF2-40B4-BE49-F238E27FC236}">
                <a16:creationId xmlns:a16="http://schemas.microsoft.com/office/drawing/2014/main" id="{513EBBCC-5911-4CAA-A26B-8170C5D0CD08}"/>
              </a:ext>
            </a:extLst>
          </p:cNvPr>
          <p:cNvSpPr>
            <a:spLocks xmlns:a="http://schemas.openxmlformats.org/drawingml/2006/main" noGrp="1"/>
          </p:cNvSpPr>
          <p:nvPr/>
        </p:nvSpPr>
        <p:spPr>
          <a:xfrm xmlns:a="http://schemas.openxmlformats.org/drawingml/2006/main">
            <a:off x="7715250" y="5467350"/>
            <a:ext cx="685800" cy="1143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570" b="1">
                <a:solidFill>
                  <a:srgbClr val="050505"/>
                </a:solidFill>
                <a:latin typeface="Aptos"/>
                <a:ea typeface="Aptos"/>
                <a:cs typeface="Aptos"/>
              </a:defRPr>
            </a:pPr>
            <a:r>
              <a:rPr sz="570" b="1">
                <a:solidFill>
                  <a:srgbClr val="050505"/>
                </a:solidFill>
                <a:latin typeface="Aptos"/>
                <a:ea typeface="Aptos"/>
                <a:cs typeface="Aptos"/>
              </a:rPr>
              <a:t>Tailwind</a:t>
            </a:r>
          </a:p>
        </p:txBody>
      </p:sp>
      <p:sp>
        <p:nvSpPr>
          <p:cNvPr id="41" name="">
            <a:extLst xmlns:a="http://schemas.openxmlformats.org/drawingml/2006/main">
              <a:ext uri="{FF2B5EF4-FFF2-40B4-BE49-F238E27FC236}">
                <a16:creationId xmlns:a16="http://schemas.microsoft.com/office/drawing/2014/main" id="{6A6CC02F-4410-45D7-9995-4DA500B350C2}"/>
              </a:ext>
            </a:extLst>
          </p:cNvPr>
          <p:cNvSpPr>
            <a:spLocks xmlns:a="http://schemas.openxmlformats.org/drawingml/2006/main" noGrp="1"/>
          </p:cNvSpPr>
          <p:nvPr/>
        </p:nvSpPr>
        <p:spPr>
          <a:xfrm xmlns:a="http://schemas.openxmlformats.org/drawingml/2006/main">
            <a:off x="8477250" y="5467350"/>
            <a:ext cx="685800" cy="1143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570" b="1">
                <a:solidFill>
                  <a:srgbClr val="050505"/>
                </a:solidFill>
                <a:latin typeface="Aptos"/>
                <a:ea typeface="Aptos"/>
                <a:cs typeface="Aptos"/>
              </a:defRPr>
            </a:pPr>
            <a:r>
              <a:rPr sz="570" b="1">
                <a:solidFill>
                  <a:srgbClr val="050505"/>
                </a:solidFill>
                <a:latin typeface="Aptos"/>
                <a:ea typeface="Aptos"/>
                <a:cs typeface="Aptos"/>
              </a:rPr>
              <a:t>Supabase</a:t>
            </a:r>
          </a:p>
        </p:txBody>
      </p:sp>
      <p:sp>
        <p:nvSpPr>
          <p:cNvPr id="42" name="">
            <a:extLst xmlns:a="http://schemas.openxmlformats.org/drawingml/2006/main">
              <a:ext uri="{FF2B5EF4-FFF2-40B4-BE49-F238E27FC236}">
                <a16:creationId xmlns:a16="http://schemas.microsoft.com/office/drawing/2014/main" id="{457A0858-CA0F-4C1F-94A5-90BE44AD841E}"/>
              </a:ext>
            </a:extLst>
          </p:cNvPr>
          <p:cNvSpPr>
            <a:spLocks xmlns:a="http://schemas.openxmlformats.org/drawingml/2006/main" noGrp="1"/>
          </p:cNvSpPr>
          <p:nvPr/>
        </p:nvSpPr>
        <p:spPr>
          <a:xfrm xmlns:a="http://schemas.openxmlformats.org/drawingml/2006/main">
            <a:off x="9239250" y="5467350"/>
            <a:ext cx="685800" cy="1143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570" b="1">
                <a:solidFill>
                  <a:srgbClr val="050505"/>
                </a:solidFill>
                <a:latin typeface="Aptos"/>
                <a:ea typeface="Aptos"/>
                <a:cs typeface="Aptos"/>
              </a:defRPr>
            </a:pPr>
            <a:r>
              <a:rPr sz="570" b="1">
                <a:solidFill>
                  <a:srgbClr val="050505"/>
                </a:solidFill>
                <a:latin typeface="Aptos"/>
                <a:ea typeface="Aptos"/>
                <a:cs typeface="Aptos"/>
              </a:rPr>
              <a:t>MCP TS Server</a:t>
            </a:r>
          </a:p>
        </p:txBody>
      </p:sp>
      <p:sp>
        <p:nvSpPr>
          <p:cNvPr id="43" name="">
            <a:extLst xmlns:a="http://schemas.openxmlformats.org/drawingml/2006/main">
              <a:ext uri="{FF2B5EF4-FFF2-40B4-BE49-F238E27FC236}">
                <a16:creationId xmlns:a16="http://schemas.microsoft.com/office/drawing/2014/main" id="{D7BA48F7-5548-41FD-B2F9-C013790AE991}"/>
              </a:ext>
            </a:extLst>
          </p:cNvPr>
          <p:cNvSpPr>
            <a:spLocks xmlns:a="http://schemas.openxmlformats.org/drawingml/2006/main" noGrp="1"/>
          </p:cNvSpPr>
          <p:nvPr/>
        </p:nvSpPr>
        <p:spPr>
          <a:xfrm xmlns:a="http://schemas.openxmlformats.org/drawingml/2006/main">
            <a:off x="10001250" y="5467350"/>
            <a:ext cx="685800" cy="1143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570" b="1">
                <a:solidFill>
                  <a:srgbClr val="050505"/>
                </a:solidFill>
                <a:latin typeface="Aptos"/>
                <a:ea typeface="Aptos"/>
                <a:cs typeface="Aptos"/>
              </a:defRPr>
            </a:pPr>
            <a:r>
              <a:rPr sz="570" b="1">
                <a:solidFill>
                  <a:srgbClr val="050505"/>
                </a:solidFill>
                <a:latin typeface="Aptos"/>
                <a:ea typeface="Aptos"/>
                <a:cs typeface="Aptos"/>
              </a:rPr>
              <a:t>Vercel AI SDK</a:t>
            </a:r>
          </a:p>
        </p:txBody>
      </p:sp>
      <p:sp>
        <p:nvSpPr>
          <p:cNvPr id="44" name="">
            <a:extLst xmlns:a="http://schemas.openxmlformats.org/drawingml/2006/main">
              <a:ext uri="{FF2B5EF4-FFF2-40B4-BE49-F238E27FC236}">
                <a16:creationId xmlns:a16="http://schemas.microsoft.com/office/drawing/2014/main" id="{1581B3E1-2C65-4CB8-83FF-553FFFBC22EC}"/>
              </a:ext>
            </a:extLst>
          </p:cNvPr>
          <p:cNvSpPr>
            <a:spLocks xmlns:a="http://schemas.openxmlformats.org/drawingml/2006/main" noGrp="1"/>
          </p:cNvSpPr>
          <p:nvPr/>
        </p:nvSpPr>
        <p:spPr>
          <a:xfrm xmlns:a="http://schemas.openxmlformats.org/drawingml/2006/main">
            <a:off x="10763250" y="5467350"/>
            <a:ext cx="685800" cy="1143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570" b="1">
                <a:solidFill>
                  <a:srgbClr val="050505"/>
                </a:solidFill>
                <a:latin typeface="Aptos"/>
                <a:ea typeface="Aptos"/>
                <a:cs typeface="Aptos"/>
              </a:defRPr>
            </a:pPr>
            <a:r>
              <a:rPr sz="570" b="1">
                <a:solidFill>
                  <a:srgbClr val="050505"/>
                </a:solidFill>
                <a:latin typeface="Aptos"/>
                <a:ea typeface="Aptos"/>
                <a:cs typeface="Aptos"/>
              </a:rPr>
              <a:t>looma-agent</a:t>
            </a:r>
          </a:p>
        </p:txBody>
      </p:sp>
      <p:sp>
        <p:nvSpPr>
          <p:cNvPr id="45" name="">
            <a:extLst xmlns:a="http://schemas.openxmlformats.org/drawingml/2006/main">
              <a:ext uri="{FF2B5EF4-FFF2-40B4-BE49-F238E27FC236}">
                <a16:creationId xmlns:a16="http://schemas.microsoft.com/office/drawing/2014/main" id="{7A038779-D839-4ADD-98B1-D11BCE6FD2E0}"/>
              </a:ext>
            </a:extLst>
          </p:cNvPr>
          <p:cNvSpPr>
            <a:spLocks xmlns:a="http://schemas.openxmlformats.org/drawingml/2006/main" noGrp="1"/>
          </p:cNvSpPr>
          <p:nvPr/>
        </p:nvSpPr>
        <p:spPr>
          <a:xfrm xmlns:a="http://schemas.openxmlformats.org/drawingml/2006/main">
            <a:off x="552450" y="4648200"/>
            <a:ext cx="4953000" cy="704850"/>
          </a:xfrm>
          <a:prstGeom xmlns:a="http://schemas.openxmlformats.org/drawingml/2006/main" prst="roundRect">
            <a:avLst>
              <a:gd name="adj" fmla="val 10811"/>
            </a:avLst>
          </a:prstGeom>
          <a:solidFill xmlns:a="http://schemas.openxmlformats.org/drawingml/2006/main">
            <a:srgbClr val="050505"/>
          </a:solidFill>
          <a:ln xmlns:a="http://schemas.openxmlformats.org/drawingml/2006/main" w="0">
            <a:solidFill>
              <a:srgbClr val="000000">
                <a:alpha val="0"/>
              </a:srgbClr>
            </a:solidFill>
            <a:prstDash val="solid"/>
          </a:ln>
        </p:spPr>
      </p:sp>
      <p:sp>
        <p:nvSpPr>
          <p:cNvPr id="46" name="">
            <a:extLst xmlns:a="http://schemas.openxmlformats.org/drawingml/2006/main">
              <a:ext uri="{FF2B5EF4-FFF2-40B4-BE49-F238E27FC236}">
                <a16:creationId xmlns:a16="http://schemas.microsoft.com/office/drawing/2014/main" id="{29F8F30B-F681-4FBE-B229-0799BA43DDA1}"/>
              </a:ext>
            </a:extLst>
          </p:cNvPr>
          <p:cNvSpPr>
            <a:spLocks xmlns:a="http://schemas.openxmlformats.org/drawingml/2006/main" noGrp="1"/>
          </p:cNvSpPr>
          <p:nvPr/>
        </p:nvSpPr>
        <p:spPr>
          <a:xfrm xmlns:a="http://schemas.openxmlformats.org/drawingml/2006/main">
            <a:off x="800100" y="4838700"/>
            <a:ext cx="342900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350" b="0">
                <a:solidFill>
                  <a:srgbClr val="FFFFFF"/>
                </a:solidFill>
                <a:latin typeface="Aptos Display"/>
                <a:ea typeface="Aptos Display"/>
                <a:cs typeface="Aptos Display"/>
              </a:defRPr>
            </a:pPr>
            <a:r>
              <a:rPr sz="1350" b="0">
                <a:solidFill>
                  <a:srgbClr val="FFFFFF"/>
                </a:solidFill>
                <a:latin typeface="Aptos Display"/>
                <a:ea typeface="Aptos Display"/>
                <a:cs typeface="Aptos Display"/>
              </a:rPr>
              <a:t>Bukan evaluator. Bukan approval gate.</a:t>
            </a:r>
          </a:p>
        </p:txBody>
      </p:sp>
      <p:sp>
        <p:nvSpPr>
          <p:cNvPr id="47" name="">
            <a:extLst xmlns:a="http://schemas.openxmlformats.org/drawingml/2006/main">
              <a:ext uri="{FF2B5EF4-FFF2-40B4-BE49-F238E27FC236}">
                <a16:creationId xmlns:a16="http://schemas.microsoft.com/office/drawing/2014/main" id="{5DF0DBEE-3E42-436E-A2A6-422F77154C94}"/>
              </a:ext>
            </a:extLst>
          </p:cNvPr>
          <p:cNvSpPr>
            <a:spLocks xmlns:a="http://schemas.openxmlformats.org/drawingml/2006/main" noGrp="1"/>
          </p:cNvSpPr>
          <p:nvPr/>
        </p:nvSpPr>
        <p:spPr>
          <a:xfrm xmlns:a="http://schemas.openxmlformats.org/drawingml/2006/main">
            <a:off x="800100" y="5105400"/>
            <a:ext cx="3924300" cy="1333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788" b="0">
                <a:solidFill>
                  <a:srgbClr val="D4D4D4"/>
                </a:solidFill>
                <a:latin typeface="Aptos"/>
                <a:ea typeface="Aptos"/>
                <a:cs typeface="Aptos"/>
              </a:defRPr>
            </a:pPr>
            <a:r>
              <a:rPr sz="788" b="0">
                <a:solidFill>
                  <a:srgbClr val="D4D4D4"/>
                </a:solidFill>
                <a:latin typeface="Aptos"/>
                <a:ea typeface="Aptos"/>
                <a:cs typeface="Aptos"/>
              </a:rPr>
              <a:t>Looma membantu manusia menemukan bagian yang perlu direview dulu.</a:t>
            </a:r>
          </a:p>
        </p:txBody>
      </p:sp>
      <p:sp>
        <p:nvSpPr>
          <p:cNvPr id="48" name="">
            <a:extLst xmlns:a="http://schemas.openxmlformats.org/drawingml/2006/main">
              <a:ext uri="{FF2B5EF4-FFF2-40B4-BE49-F238E27FC236}">
                <a16:creationId xmlns:a16="http://schemas.microsoft.com/office/drawing/2014/main" id="{152BB6F4-5CE7-4057-BEAA-5C288C3E9987}"/>
              </a:ext>
            </a:extLst>
          </p:cNvPr>
          <p:cNvSpPr>
            <a:spLocks xmlns:a="http://schemas.openxmlformats.org/drawingml/2006/main" noGrp="1"/>
          </p:cNvSpPr>
          <p:nvPr/>
        </p:nvSpPr>
        <p:spPr>
          <a:xfrm xmlns:a="http://schemas.openxmlformats.org/drawingml/2006/main">
            <a:off x="552450" y="6400800"/>
            <a:ext cx="11087100" cy="9525"/>
          </a:xfrm>
          <a:prstGeom xmlns:a="http://schemas.openxmlformats.org/drawingml/2006/main" prst="rect">
            <a:avLst/>
          </a:prstGeom>
          <a:solidFill xmlns:a="http://schemas.openxmlformats.org/drawingml/2006/main">
            <a:srgbClr val="E9E6E2"/>
          </a:solidFill>
          <a:ln xmlns:a="http://schemas.openxmlformats.org/drawingml/2006/main" w="0">
            <a:solidFill>
              <a:srgbClr val="000000">
                <a:alpha val="0"/>
              </a:srgbClr>
            </a:solidFill>
            <a:prstDash val="solid"/>
          </a:ln>
        </p:spPr>
      </p:sp>
      <p:sp>
        <p:nvSpPr>
          <p:cNvPr id="49" name="">
            <a:extLst xmlns:a="http://schemas.openxmlformats.org/drawingml/2006/main">
              <a:ext uri="{FF2B5EF4-FFF2-40B4-BE49-F238E27FC236}">
                <a16:creationId xmlns:a16="http://schemas.microsoft.com/office/drawing/2014/main" id="{90875775-19B3-4252-9A3B-70CD05140BCE}"/>
              </a:ext>
            </a:extLst>
          </p:cNvPr>
          <p:cNvSpPr>
            <a:spLocks xmlns:a="http://schemas.openxmlformats.org/drawingml/2006/main" noGrp="1"/>
          </p:cNvSpPr>
          <p:nvPr/>
        </p:nvSpPr>
        <p:spPr>
          <a:xfrm xmlns:a="http://schemas.openxmlformats.org/drawingml/2006/main">
            <a:off x="552450" y="6534150"/>
            <a:ext cx="685800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675" b="0">
                <a:solidFill>
                  <a:srgbClr val="78716C"/>
                </a:solidFill>
                <a:latin typeface="Aptos"/>
                <a:ea typeface="Aptos"/>
                <a:cs typeface="Aptos"/>
              </a:defRPr>
            </a:pPr>
            <a:r>
              <a:rPr sz="675" b="0">
                <a:solidFill>
                  <a:srgbClr val="78716C"/>
                </a:solidFill>
                <a:latin typeface="Aptos"/>
                <a:ea typeface="Aptos"/>
                <a:cs typeface="Aptos"/>
              </a:rPr>
              <a:t>Features: review navigation for risky moments, not correctness judgment</a:t>
            </a:r>
          </a:p>
        </p:txBody>
      </p:sp>
      <p:sp>
        <p:nvSpPr>
          <p:cNvPr id="50" name="">
            <a:extLst xmlns:a="http://schemas.openxmlformats.org/drawingml/2006/main">
              <a:ext uri="{FF2B5EF4-FFF2-40B4-BE49-F238E27FC236}">
                <a16:creationId xmlns:a16="http://schemas.microsoft.com/office/drawing/2014/main" id="{E6FC6C7E-CC03-4A04-BB3D-901525506C9C}"/>
              </a:ext>
            </a:extLst>
          </p:cNvPr>
          <p:cNvSpPr>
            <a:spLocks xmlns:a="http://schemas.openxmlformats.org/drawingml/2006/main" noGrp="1"/>
          </p:cNvSpPr>
          <p:nvPr/>
        </p:nvSpPr>
        <p:spPr>
          <a:xfrm xmlns:a="http://schemas.openxmlformats.org/drawingml/2006/main">
            <a:off x="11163300" y="6515100"/>
            <a:ext cx="47625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r">
              <a:defRPr sz="750" b="0">
                <a:solidFill>
                  <a:srgbClr val="78716C"/>
                </a:solidFill>
                <a:latin typeface="Aptos"/>
                <a:ea typeface="Aptos"/>
                <a:cs typeface="Aptos"/>
              </a:defRPr>
            </a:pPr>
            <a:r>
              <a:rPr sz="750" b="0">
                <a:solidFill>
                  <a:srgbClr val="78716C"/>
                </a:solidFill>
                <a:latin typeface="Aptos"/>
                <a:ea typeface="Aptos"/>
                <a:cs typeface="Aptos"/>
              </a:rPr>
              <a:t>04</a:t>
            </a:r>
          </a:p>
        </p:txBody>
      </p:sp>
    </p:spTree>
    <p:extLst>
      <p:ext uri="{BB962C8B-B14F-4D97-AF65-F5344CB8AC3E}">
        <p14:creationId xmlns:p14="http://schemas.microsoft.com/office/powerpoint/2010/main" val="275845886"/>
      </p:ext>
    </p:extLst>
  </p:cSld>
</p:sld>
</file>

<file path=ppt/slides/slide5.xml><?xml version="1.0" encoding="utf-8"?>
<p:sld xmlns:p="http://schemas.openxmlformats.org/presentationml/2006/main">
  <p:cSld>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39D6B07A-B131-4019-917F-492E19F47CF2}"/>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DFCFC"/>
          </a:solidFill>
          <a:ln xmlns:a="http://schemas.openxmlformats.org/drawingml/2006/main" w="0">
            <a:solidFill>
              <a:srgbClr val="000000">
                <a:alpha val="0"/>
              </a:srgbClr>
            </a:solidFill>
            <a:prstDash val="solid"/>
          </a:ln>
        </p:spPr>
      </p:sp>
      <p:sp>
        <p:nvSpPr>
          <p:cNvPr id="2" name="">
            <a:extLst xmlns:a="http://schemas.openxmlformats.org/drawingml/2006/main">
              <a:ext uri="{FF2B5EF4-FFF2-40B4-BE49-F238E27FC236}">
                <a16:creationId xmlns:a16="http://schemas.microsoft.com/office/drawing/2014/main" id="{FC377A3D-8AD1-4C7B-95F5-0692121F3C04}"/>
              </a:ext>
            </a:extLst>
          </p:cNvPr>
          <p:cNvSpPr>
            <a:spLocks xmlns:a="http://schemas.openxmlformats.org/drawingml/2006/main" noGrp="1"/>
          </p:cNvSpPr>
          <p:nvPr/>
        </p:nvSpPr>
        <p:spPr>
          <a:xfrm xmlns:a="http://schemas.openxmlformats.org/drawingml/2006/main">
            <a:off x="0" y="0"/>
            <a:ext cx="12192000" cy="47625"/>
          </a:xfrm>
          <a:prstGeom xmlns:a="http://schemas.openxmlformats.org/drawingml/2006/main" prst="rect">
            <a:avLst/>
          </a:prstGeom>
          <a:solidFill xmlns:a="http://schemas.openxmlformats.org/drawingml/2006/main">
            <a:srgbClr val="050505"/>
          </a:solidFill>
          <a:ln xmlns:a="http://schemas.openxmlformats.org/drawingml/2006/main" w="0">
            <a:solidFill>
              <a:srgbClr val="000000">
                <a:alpha val="0"/>
              </a:srgbClr>
            </a:solidFill>
            <a:prstDash val="solid"/>
          </a:ln>
        </p:spPr>
      </p:sp>
      <p:sp>
        <p:nvSpPr>
          <p:cNvPr id="3" name="kicker-marker">
            <a:extLst xmlns:a="http://schemas.openxmlformats.org/drawingml/2006/main">
              <a:ext uri="{FF2B5EF4-FFF2-40B4-BE49-F238E27FC236}">
                <a16:creationId xmlns:a16="http://schemas.microsoft.com/office/drawing/2014/main" id="{E500AE7A-6D51-4671-BB4C-E0900E7DB80F}"/>
              </a:ext>
            </a:extLst>
          </p:cNvPr>
          <p:cNvSpPr>
            <a:spLocks xmlns:a="http://schemas.openxmlformats.org/drawingml/2006/main" noGrp="1"/>
          </p:cNvSpPr>
          <p:nvPr/>
        </p:nvSpPr>
        <p:spPr>
          <a:xfrm xmlns:a="http://schemas.openxmlformats.org/drawingml/2006/main">
            <a:off x="552450" y="514350"/>
            <a:ext cx="47625" cy="247650"/>
          </a:xfrm>
          <a:prstGeom xmlns:a="http://schemas.openxmlformats.org/drawingml/2006/main" prst="rect">
            <a:avLst/>
          </a:prstGeom>
          <a:solidFill xmlns:a="http://schemas.openxmlformats.org/drawingml/2006/main">
            <a:srgbClr val="F41A2F"/>
          </a:solidFill>
          <a:ln xmlns:a="http://schemas.openxmlformats.org/drawingml/2006/main" w="0">
            <a:solidFill>
              <a:srgbClr val="000000">
                <a:alpha val="0"/>
              </a:srgbClr>
            </a:solidFill>
            <a:prstDash val="solid"/>
          </a:ln>
        </p:spPr>
      </p:sp>
      <p:sp>
        <p:nvSpPr>
          <p:cNvPr id="4" name="kicker-label">
            <a:extLst xmlns:a="http://schemas.openxmlformats.org/drawingml/2006/main">
              <a:ext uri="{FF2B5EF4-FFF2-40B4-BE49-F238E27FC236}">
                <a16:creationId xmlns:a16="http://schemas.microsoft.com/office/drawing/2014/main" id="{F9A7B829-020D-443B-96B6-ADFF13199CA0}"/>
              </a:ext>
            </a:extLst>
          </p:cNvPr>
          <p:cNvSpPr>
            <a:spLocks xmlns:a="http://schemas.openxmlformats.org/drawingml/2006/main" noGrp="1"/>
          </p:cNvSpPr>
          <p:nvPr/>
        </p:nvSpPr>
        <p:spPr>
          <a:xfrm xmlns:a="http://schemas.openxmlformats.org/drawingml/2006/main">
            <a:off x="723900" y="485775"/>
            <a:ext cx="3714750" cy="3238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ctr"/>
          <a:lstStyle xmlns:a="http://schemas.openxmlformats.org/drawingml/2006/main"/>
          <a:p xmlns:a="http://schemas.openxmlformats.org/drawingml/2006/main">
            <a:pPr algn="l">
              <a:defRPr sz="825" b="1">
                <a:solidFill>
                  <a:srgbClr val="78716C"/>
                </a:solidFill>
                <a:latin typeface="Aptos"/>
                <a:ea typeface="Aptos"/>
                <a:cs typeface="Aptos"/>
              </a:defRPr>
            </a:pPr>
            <a:r>
              <a:rPr sz="825" b="1">
                <a:solidFill>
                  <a:srgbClr val="78716C"/>
                </a:solidFill>
                <a:latin typeface="Aptos"/>
                <a:ea typeface="Aptos"/>
                <a:cs typeface="Aptos"/>
              </a:rPr>
              <a:t>TRUST THROUGH VISIBILITY</a:t>
            </a:r>
          </a:p>
        </p:txBody>
      </p:sp>
      <p:sp>
        <p:nvSpPr>
          <p:cNvPr id="5" name="">
            <a:extLst xmlns:a="http://schemas.openxmlformats.org/drawingml/2006/main">
              <a:ext uri="{FF2B5EF4-FFF2-40B4-BE49-F238E27FC236}">
                <a16:creationId xmlns:a16="http://schemas.microsoft.com/office/drawing/2014/main" id="{AC5A4F3F-E118-4EA0-96B0-EF37F5AF5856}"/>
              </a:ext>
            </a:extLst>
          </p:cNvPr>
          <p:cNvSpPr>
            <a:spLocks xmlns:a="http://schemas.openxmlformats.org/drawingml/2006/main" noGrp="1"/>
          </p:cNvSpPr>
          <p:nvPr/>
        </p:nvSpPr>
        <p:spPr>
          <a:xfrm xmlns:a="http://schemas.openxmlformats.org/drawingml/2006/main">
            <a:off x="552450" y="990600"/>
            <a:ext cx="7429500" cy="1333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3075" b="0">
                <a:solidFill>
                  <a:srgbClr val="050505"/>
                </a:solidFill>
                <a:latin typeface="Aptos Display"/>
                <a:ea typeface="Aptos Display"/>
                <a:cs typeface="Aptos Display"/>
              </a:defRPr>
            </a:pPr>
            <a:r>
              <a:rPr sz="3075" b="0">
                <a:solidFill>
                  <a:srgbClr val="050505"/>
                </a:solidFill>
                <a:latin typeface="Aptos Display"/>
                <a:ea typeface="Aptos Display"/>
                <a:cs typeface="Aptos Display"/>
              </a:rPr>
              <a:t>Setiap agent run menjadi reviewable, shareable, dan bisa dipelajari sebelum dihapus.</a:t>
            </a:r>
          </a:p>
        </p:txBody>
      </p:sp>
      <p:sp>
        <p:nvSpPr>
          <p:cNvPr id="6" name="">
            <a:extLst xmlns:a="http://schemas.openxmlformats.org/drawingml/2006/main">
              <a:ext uri="{FF2B5EF4-FFF2-40B4-BE49-F238E27FC236}">
                <a16:creationId xmlns:a16="http://schemas.microsoft.com/office/drawing/2014/main" id="{5DF14110-B69F-4ED5-951C-F442CC7450EF}"/>
              </a:ext>
            </a:extLst>
          </p:cNvPr>
          <p:cNvSpPr>
            <a:spLocks xmlns:a="http://schemas.openxmlformats.org/drawingml/2006/main" noGrp="1"/>
          </p:cNvSpPr>
          <p:nvPr/>
        </p:nvSpPr>
        <p:spPr>
          <a:xfrm xmlns:a="http://schemas.openxmlformats.org/drawingml/2006/main">
            <a:off x="552450" y="2476500"/>
            <a:ext cx="5181600" cy="990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200" b="0">
                <a:solidFill>
                  <a:srgbClr val="44403C"/>
                </a:solidFill>
                <a:latin typeface="Aptos"/>
                <a:ea typeface="Aptos"/>
                <a:cs typeface="Aptos"/>
              </a:defRPr>
            </a:pPr>
            <a:r>
              <a:rPr sz="1200" b="0">
                <a:solidFill>
                  <a:srgbClr val="44403C"/>
                </a:solidFill>
                <a:latin typeface="Aptos"/>
                <a:ea typeface="Aptos"/>
                <a:cs typeface="Aptos"/>
              </a:rPr>
              <a:t>Untuk developer, Looma menghemat waktu memahami session. Untuk tech lead, Looma memberi konteks sebelum merge. Untuk team, Looma menjaga proses agent tetap terlihat bahkan saat perubahan akhirnya harus di-revert.</a:t>
            </a:r>
          </a:p>
        </p:txBody>
      </p:sp>
      <p:sp>
        <p:nvSpPr>
          <p:cNvPr id="7" name="">
            <a:extLst xmlns:a="http://schemas.openxmlformats.org/drawingml/2006/main">
              <a:ext uri="{FF2B5EF4-FFF2-40B4-BE49-F238E27FC236}">
                <a16:creationId xmlns:a16="http://schemas.microsoft.com/office/drawing/2014/main" id="{62095767-C54F-4FCD-91D1-91A57980498A}"/>
              </a:ext>
            </a:extLst>
          </p:cNvPr>
          <p:cNvSpPr>
            <a:spLocks xmlns:a="http://schemas.openxmlformats.org/drawingml/2006/main" noGrp="1"/>
          </p:cNvSpPr>
          <p:nvPr/>
        </p:nvSpPr>
        <p:spPr>
          <a:xfrm xmlns:a="http://schemas.openxmlformats.org/drawingml/2006/main">
            <a:off x="6191250" y="4095750"/>
            <a:ext cx="1066800" cy="1066800"/>
          </a:xfrm>
          <a:prstGeom xmlns:a="http://schemas.openxmlformats.org/drawingml/2006/main" prst="roundRect">
            <a:avLst>
              <a:gd name="adj" fmla="val 7143"/>
            </a:avLst>
          </a:prstGeom>
          <a:solidFill xmlns:a="http://schemas.openxmlformats.org/drawingml/2006/main">
            <a:srgbClr val="FFFFFF"/>
          </a:solidFill>
          <a:ln xmlns:a="http://schemas.openxmlformats.org/drawingml/2006/main" w="9525">
            <a:solidFill>
              <a:srgbClr val="E0DFDD"/>
            </a:solidFill>
            <a:prstDash val="solid"/>
          </a:ln>
        </p:spPr>
      </p:sp>
      <p:sp>
        <p:nvSpPr>
          <p:cNvPr id="8" name="">
            <a:extLst xmlns:a="http://schemas.openxmlformats.org/drawingml/2006/main">
              <a:ext uri="{FF2B5EF4-FFF2-40B4-BE49-F238E27FC236}">
                <a16:creationId xmlns:a16="http://schemas.microsoft.com/office/drawing/2014/main" id="{F7AC0411-6756-42D1-806B-5E66636F643E}"/>
              </a:ext>
            </a:extLst>
          </p:cNvPr>
          <p:cNvSpPr>
            <a:spLocks xmlns:a="http://schemas.openxmlformats.org/drawingml/2006/main" noGrp="1"/>
          </p:cNvSpPr>
          <p:nvPr/>
        </p:nvSpPr>
        <p:spPr>
          <a:xfrm xmlns:a="http://schemas.openxmlformats.org/drawingml/2006/main">
            <a:off x="6362700" y="4267200"/>
            <a:ext cx="342900" cy="2095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500" b="0">
                <a:solidFill>
                  <a:srgbClr val="F41A2F"/>
                </a:solidFill>
                <a:latin typeface="Aptos Display"/>
                <a:ea typeface="Aptos Display"/>
                <a:cs typeface="Aptos Display"/>
              </a:defRPr>
            </a:pPr>
            <a:r>
              <a:rPr sz="1500" b="0">
                <a:solidFill>
                  <a:srgbClr val="F41A2F"/>
                </a:solidFill>
                <a:latin typeface="Aptos Display"/>
                <a:ea typeface="Aptos Display"/>
                <a:cs typeface="Aptos Display"/>
              </a:rPr>
              <a:t>01</a:t>
            </a:r>
          </a:p>
        </p:txBody>
      </p:sp>
      <p:sp>
        <p:nvSpPr>
          <p:cNvPr id="9" name="">
            <a:extLst xmlns:a="http://schemas.openxmlformats.org/drawingml/2006/main">
              <a:ext uri="{FF2B5EF4-FFF2-40B4-BE49-F238E27FC236}">
                <a16:creationId xmlns:a16="http://schemas.microsoft.com/office/drawing/2014/main" id="{D75230DE-47E1-4671-BCD9-CE90A8554E38}"/>
              </a:ext>
            </a:extLst>
          </p:cNvPr>
          <p:cNvSpPr>
            <a:spLocks xmlns:a="http://schemas.openxmlformats.org/drawingml/2006/main" noGrp="1"/>
          </p:cNvSpPr>
          <p:nvPr/>
        </p:nvSpPr>
        <p:spPr>
          <a:xfrm xmlns:a="http://schemas.openxmlformats.org/drawingml/2006/main">
            <a:off x="6362700" y="4572000"/>
            <a:ext cx="742950"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788" b="1">
                <a:solidFill>
                  <a:srgbClr val="050505"/>
                </a:solidFill>
                <a:latin typeface="Aptos"/>
                <a:ea typeface="Aptos"/>
                <a:cs typeface="Aptos"/>
              </a:defRPr>
            </a:pPr>
            <a:r>
              <a:rPr sz="788" b="1">
                <a:solidFill>
                  <a:srgbClr val="050505"/>
                </a:solidFill>
                <a:latin typeface="Aptos"/>
                <a:ea typeface="Aptos"/>
                <a:cs typeface="Aptos"/>
              </a:rPr>
              <a:t>Solo developer</a:t>
            </a:r>
          </a:p>
        </p:txBody>
      </p:sp>
      <p:sp>
        <p:nvSpPr>
          <p:cNvPr id="10" name="">
            <a:extLst xmlns:a="http://schemas.openxmlformats.org/drawingml/2006/main">
              <a:ext uri="{FF2B5EF4-FFF2-40B4-BE49-F238E27FC236}">
                <a16:creationId xmlns:a16="http://schemas.microsoft.com/office/drawing/2014/main" id="{C876A887-DE80-46D4-9518-8A0A2D758500}"/>
              </a:ext>
            </a:extLst>
          </p:cNvPr>
          <p:cNvSpPr>
            <a:spLocks xmlns:a="http://schemas.openxmlformats.org/drawingml/2006/main" noGrp="1"/>
          </p:cNvSpPr>
          <p:nvPr/>
        </p:nvSpPr>
        <p:spPr>
          <a:xfrm xmlns:a="http://schemas.openxmlformats.org/drawingml/2006/main">
            <a:off x="6362700" y="4838700"/>
            <a:ext cx="742950"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585" b="0">
                <a:solidFill>
                  <a:srgbClr val="44403C"/>
                </a:solidFill>
                <a:latin typeface="Aptos"/>
                <a:ea typeface="Aptos"/>
                <a:cs typeface="Aptos"/>
              </a:defRPr>
            </a:pPr>
            <a:r>
              <a:rPr sz="585" b="0">
                <a:solidFill>
                  <a:srgbClr val="44403C"/>
                </a:solidFill>
                <a:latin typeface="Aptos"/>
                <a:ea typeface="Aptos"/>
                <a:cs typeface="Aptos"/>
              </a:rPr>
              <a:t>lihat titik awal issue</a:t>
            </a:r>
          </a:p>
        </p:txBody>
      </p:sp>
      <p:sp>
        <p:nvSpPr>
          <p:cNvPr id="11" name="">
            <a:extLst xmlns:a="http://schemas.openxmlformats.org/drawingml/2006/main">
              <a:ext uri="{FF2B5EF4-FFF2-40B4-BE49-F238E27FC236}">
                <a16:creationId xmlns:a16="http://schemas.microsoft.com/office/drawing/2014/main" id="{F16EE1A2-B7B0-4B92-8785-4852294AFA6A}"/>
              </a:ext>
            </a:extLst>
          </p:cNvPr>
          <p:cNvSpPr>
            <a:spLocks xmlns:a="http://schemas.openxmlformats.org/drawingml/2006/main" noGrp="1"/>
          </p:cNvSpPr>
          <p:nvPr/>
        </p:nvSpPr>
        <p:spPr>
          <a:xfrm xmlns:a="http://schemas.openxmlformats.org/drawingml/2006/main">
            <a:off x="7258050" y="4629150"/>
            <a:ext cx="209550" cy="14288"/>
          </a:xfrm>
          <a:prstGeom xmlns:a="http://schemas.openxmlformats.org/drawingml/2006/main" prst="rect">
            <a:avLst/>
          </a:prstGeom>
          <a:solidFill xmlns:a="http://schemas.openxmlformats.org/drawingml/2006/main">
            <a:srgbClr val="050505"/>
          </a:solidFill>
          <a:ln xmlns:a="http://schemas.openxmlformats.org/drawingml/2006/main" w="0">
            <a:solidFill>
              <a:srgbClr val="000000">
                <a:alpha val="0"/>
              </a:srgbClr>
            </a:solidFill>
            <a:prstDash val="solid"/>
          </a:ln>
        </p:spPr>
      </p:sp>
      <p:sp>
        <p:nvSpPr>
          <p:cNvPr id="12" name="">
            <a:extLst xmlns:a="http://schemas.openxmlformats.org/drawingml/2006/main">
              <a:ext uri="{FF2B5EF4-FFF2-40B4-BE49-F238E27FC236}">
                <a16:creationId xmlns:a16="http://schemas.microsoft.com/office/drawing/2014/main" id="{D9EA5883-9DCA-421A-A990-5A723A5B1E0E}"/>
              </a:ext>
            </a:extLst>
          </p:cNvPr>
          <p:cNvSpPr>
            <a:spLocks xmlns:a="http://schemas.openxmlformats.org/drawingml/2006/main" noGrp="1"/>
          </p:cNvSpPr>
          <p:nvPr/>
        </p:nvSpPr>
        <p:spPr>
          <a:xfrm xmlns:a="http://schemas.openxmlformats.org/drawingml/2006/main">
            <a:off x="7486650" y="4552950"/>
            <a:ext cx="13335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050" b="1">
                <a:solidFill>
                  <a:srgbClr val="050505"/>
                </a:solidFill>
                <a:latin typeface="Aptos"/>
                <a:ea typeface="Aptos"/>
                <a:cs typeface="Aptos"/>
              </a:defRPr>
            </a:pPr>
            <a:r>
              <a:rPr sz="1050" b="1">
                <a:solidFill>
                  <a:srgbClr val="050505"/>
                </a:solidFill>
                <a:latin typeface="Aptos"/>
                <a:ea typeface="Aptos"/>
                <a:cs typeface="Aptos"/>
              </a:rPr>
              <a:t>&gt;</a:t>
            </a:r>
          </a:p>
        </p:txBody>
      </p:sp>
      <p:sp>
        <p:nvSpPr>
          <p:cNvPr id="13" name="">
            <a:extLst xmlns:a="http://schemas.openxmlformats.org/drawingml/2006/main">
              <a:ext uri="{FF2B5EF4-FFF2-40B4-BE49-F238E27FC236}">
                <a16:creationId xmlns:a16="http://schemas.microsoft.com/office/drawing/2014/main" id="{AAED1D66-09CE-4649-A9A9-FD42DE16D678}"/>
              </a:ext>
            </a:extLst>
          </p:cNvPr>
          <p:cNvSpPr>
            <a:spLocks xmlns:a="http://schemas.openxmlformats.org/drawingml/2006/main" noGrp="1"/>
          </p:cNvSpPr>
          <p:nvPr/>
        </p:nvSpPr>
        <p:spPr>
          <a:xfrm xmlns:a="http://schemas.openxmlformats.org/drawingml/2006/main">
            <a:off x="7391400" y="3486150"/>
            <a:ext cx="1066800" cy="1066800"/>
          </a:xfrm>
          <a:prstGeom xmlns:a="http://schemas.openxmlformats.org/drawingml/2006/main" prst="roundRect">
            <a:avLst>
              <a:gd name="adj" fmla="val 7143"/>
            </a:avLst>
          </a:prstGeom>
          <a:solidFill xmlns:a="http://schemas.openxmlformats.org/drawingml/2006/main">
            <a:srgbClr val="FFFFFF"/>
          </a:solidFill>
          <a:ln xmlns:a="http://schemas.openxmlformats.org/drawingml/2006/main" w="9525">
            <a:solidFill>
              <a:srgbClr val="E0DFDD"/>
            </a:solidFill>
            <a:prstDash val="solid"/>
          </a:ln>
        </p:spPr>
      </p:sp>
      <p:sp>
        <p:nvSpPr>
          <p:cNvPr id="14" name="">
            <a:extLst xmlns:a="http://schemas.openxmlformats.org/drawingml/2006/main">
              <a:ext uri="{FF2B5EF4-FFF2-40B4-BE49-F238E27FC236}">
                <a16:creationId xmlns:a16="http://schemas.microsoft.com/office/drawing/2014/main" id="{523725E0-0FB7-496B-8F28-3BD2331A3172}"/>
              </a:ext>
            </a:extLst>
          </p:cNvPr>
          <p:cNvSpPr>
            <a:spLocks xmlns:a="http://schemas.openxmlformats.org/drawingml/2006/main" noGrp="1"/>
          </p:cNvSpPr>
          <p:nvPr/>
        </p:nvSpPr>
        <p:spPr>
          <a:xfrm xmlns:a="http://schemas.openxmlformats.org/drawingml/2006/main">
            <a:off x="7562850" y="3657600"/>
            <a:ext cx="342900" cy="2095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500" b="0">
                <a:solidFill>
                  <a:srgbClr val="F59E0B"/>
                </a:solidFill>
                <a:latin typeface="Aptos Display"/>
                <a:ea typeface="Aptos Display"/>
                <a:cs typeface="Aptos Display"/>
              </a:defRPr>
            </a:pPr>
            <a:r>
              <a:rPr sz="1500" b="0">
                <a:solidFill>
                  <a:srgbClr val="F59E0B"/>
                </a:solidFill>
                <a:latin typeface="Aptos Display"/>
                <a:ea typeface="Aptos Display"/>
                <a:cs typeface="Aptos Display"/>
              </a:rPr>
              <a:t>02</a:t>
            </a:r>
          </a:p>
        </p:txBody>
      </p:sp>
      <p:sp>
        <p:nvSpPr>
          <p:cNvPr id="15" name="">
            <a:extLst xmlns:a="http://schemas.openxmlformats.org/drawingml/2006/main">
              <a:ext uri="{FF2B5EF4-FFF2-40B4-BE49-F238E27FC236}">
                <a16:creationId xmlns:a16="http://schemas.microsoft.com/office/drawing/2014/main" id="{152D354F-21D1-44C2-8230-C6E0CC028870}"/>
              </a:ext>
            </a:extLst>
          </p:cNvPr>
          <p:cNvSpPr>
            <a:spLocks xmlns:a="http://schemas.openxmlformats.org/drawingml/2006/main" noGrp="1"/>
          </p:cNvSpPr>
          <p:nvPr/>
        </p:nvSpPr>
        <p:spPr>
          <a:xfrm xmlns:a="http://schemas.openxmlformats.org/drawingml/2006/main">
            <a:off x="7562850" y="3962400"/>
            <a:ext cx="742950"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788" b="1">
                <a:solidFill>
                  <a:srgbClr val="050505"/>
                </a:solidFill>
                <a:latin typeface="Aptos"/>
                <a:ea typeface="Aptos"/>
                <a:cs typeface="Aptos"/>
              </a:defRPr>
            </a:pPr>
            <a:r>
              <a:rPr sz="788" b="1">
                <a:solidFill>
                  <a:srgbClr val="050505"/>
                </a:solidFill>
                <a:latin typeface="Aptos"/>
                <a:ea typeface="Aptos"/>
                <a:cs typeface="Aptos"/>
              </a:rPr>
              <a:t>Team review</a:t>
            </a:r>
          </a:p>
        </p:txBody>
      </p:sp>
      <p:sp>
        <p:nvSpPr>
          <p:cNvPr id="16" name="">
            <a:extLst xmlns:a="http://schemas.openxmlformats.org/drawingml/2006/main">
              <a:ext uri="{FF2B5EF4-FFF2-40B4-BE49-F238E27FC236}">
                <a16:creationId xmlns:a16="http://schemas.microsoft.com/office/drawing/2014/main" id="{A4D5DF7A-A8B1-46DA-95E2-242EDD5B813C}"/>
              </a:ext>
            </a:extLst>
          </p:cNvPr>
          <p:cNvSpPr>
            <a:spLocks xmlns:a="http://schemas.openxmlformats.org/drawingml/2006/main" noGrp="1"/>
          </p:cNvSpPr>
          <p:nvPr/>
        </p:nvSpPr>
        <p:spPr>
          <a:xfrm xmlns:a="http://schemas.openxmlformats.org/drawingml/2006/main">
            <a:off x="7562850" y="4229100"/>
            <a:ext cx="742950"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585" b="0">
                <a:solidFill>
                  <a:srgbClr val="44403C"/>
                </a:solidFill>
                <a:latin typeface="Aptos"/>
                <a:ea typeface="Aptos"/>
                <a:cs typeface="Aptos"/>
              </a:defRPr>
            </a:pPr>
            <a:r>
              <a:rPr sz="585" b="0">
                <a:solidFill>
                  <a:srgbClr val="44403C"/>
                </a:solidFill>
                <a:latin typeface="Aptos"/>
                <a:ea typeface="Aptos"/>
                <a:cs typeface="Aptos"/>
              </a:rPr>
              <a:t>bagikan replay sebelum merge</a:t>
            </a:r>
          </a:p>
        </p:txBody>
      </p:sp>
      <p:sp>
        <p:nvSpPr>
          <p:cNvPr id="17" name="">
            <a:extLst xmlns:a="http://schemas.openxmlformats.org/drawingml/2006/main">
              <a:ext uri="{FF2B5EF4-FFF2-40B4-BE49-F238E27FC236}">
                <a16:creationId xmlns:a16="http://schemas.microsoft.com/office/drawing/2014/main" id="{2A580484-C9B7-4956-9EF1-8687A5C49ADE}"/>
              </a:ext>
            </a:extLst>
          </p:cNvPr>
          <p:cNvSpPr>
            <a:spLocks xmlns:a="http://schemas.openxmlformats.org/drawingml/2006/main" noGrp="1"/>
          </p:cNvSpPr>
          <p:nvPr/>
        </p:nvSpPr>
        <p:spPr>
          <a:xfrm xmlns:a="http://schemas.openxmlformats.org/drawingml/2006/main">
            <a:off x="8458200" y="4019550"/>
            <a:ext cx="209550" cy="14288"/>
          </a:xfrm>
          <a:prstGeom xmlns:a="http://schemas.openxmlformats.org/drawingml/2006/main" prst="rect">
            <a:avLst/>
          </a:prstGeom>
          <a:solidFill xmlns:a="http://schemas.openxmlformats.org/drawingml/2006/main">
            <a:srgbClr val="050505"/>
          </a:solidFill>
          <a:ln xmlns:a="http://schemas.openxmlformats.org/drawingml/2006/main" w="0">
            <a:solidFill>
              <a:srgbClr val="000000">
                <a:alpha val="0"/>
              </a:srgbClr>
            </a:solidFill>
            <a:prstDash val="solid"/>
          </a:ln>
        </p:spPr>
      </p:sp>
      <p:sp>
        <p:nvSpPr>
          <p:cNvPr id="18" name="">
            <a:extLst xmlns:a="http://schemas.openxmlformats.org/drawingml/2006/main">
              <a:ext uri="{FF2B5EF4-FFF2-40B4-BE49-F238E27FC236}">
                <a16:creationId xmlns:a16="http://schemas.microsoft.com/office/drawing/2014/main" id="{1CB312E1-668E-4660-91CF-76740A776BED}"/>
              </a:ext>
            </a:extLst>
          </p:cNvPr>
          <p:cNvSpPr>
            <a:spLocks xmlns:a="http://schemas.openxmlformats.org/drawingml/2006/main" noGrp="1"/>
          </p:cNvSpPr>
          <p:nvPr/>
        </p:nvSpPr>
        <p:spPr>
          <a:xfrm xmlns:a="http://schemas.openxmlformats.org/drawingml/2006/main">
            <a:off x="8686800" y="3943350"/>
            <a:ext cx="13335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050" b="1">
                <a:solidFill>
                  <a:srgbClr val="050505"/>
                </a:solidFill>
                <a:latin typeface="Aptos"/>
                <a:ea typeface="Aptos"/>
                <a:cs typeface="Aptos"/>
              </a:defRPr>
            </a:pPr>
            <a:r>
              <a:rPr sz="1050" b="1">
                <a:solidFill>
                  <a:srgbClr val="050505"/>
                </a:solidFill>
                <a:latin typeface="Aptos"/>
                <a:ea typeface="Aptos"/>
                <a:cs typeface="Aptos"/>
              </a:rPr>
              <a:t>&gt;</a:t>
            </a:r>
          </a:p>
        </p:txBody>
      </p:sp>
      <p:sp>
        <p:nvSpPr>
          <p:cNvPr id="19" name="">
            <a:extLst xmlns:a="http://schemas.openxmlformats.org/drawingml/2006/main">
              <a:ext uri="{FF2B5EF4-FFF2-40B4-BE49-F238E27FC236}">
                <a16:creationId xmlns:a16="http://schemas.microsoft.com/office/drawing/2014/main" id="{9683484C-4D63-4900-9BFF-F63363A6DB15}"/>
              </a:ext>
            </a:extLst>
          </p:cNvPr>
          <p:cNvSpPr>
            <a:spLocks xmlns:a="http://schemas.openxmlformats.org/drawingml/2006/main" noGrp="1"/>
          </p:cNvSpPr>
          <p:nvPr/>
        </p:nvSpPr>
        <p:spPr>
          <a:xfrm xmlns:a="http://schemas.openxmlformats.org/drawingml/2006/main">
            <a:off x="8591550" y="2876550"/>
            <a:ext cx="1066800" cy="1066800"/>
          </a:xfrm>
          <a:prstGeom xmlns:a="http://schemas.openxmlformats.org/drawingml/2006/main" prst="roundRect">
            <a:avLst>
              <a:gd name="adj" fmla="val 7143"/>
            </a:avLst>
          </a:prstGeom>
          <a:solidFill xmlns:a="http://schemas.openxmlformats.org/drawingml/2006/main">
            <a:srgbClr val="FFFFFF"/>
          </a:solidFill>
          <a:ln xmlns:a="http://schemas.openxmlformats.org/drawingml/2006/main" w="9525">
            <a:solidFill>
              <a:srgbClr val="E0DFDD"/>
            </a:solidFill>
            <a:prstDash val="solid"/>
          </a:ln>
        </p:spPr>
      </p:sp>
      <p:sp>
        <p:nvSpPr>
          <p:cNvPr id="20" name="">
            <a:extLst xmlns:a="http://schemas.openxmlformats.org/drawingml/2006/main">
              <a:ext uri="{FF2B5EF4-FFF2-40B4-BE49-F238E27FC236}">
                <a16:creationId xmlns:a16="http://schemas.microsoft.com/office/drawing/2014/main" id="{9EA882DB-1DB1-4B81-AFED-4DB4C131255C}"/>
              </a:ext>
            </a:extLst>
          </p:cNvPr>
          <p:cNvSpPr>
            <a:spLocks xmlns:a="http://schemas.openxmlformats.org/drawingml/2006/main" noGrp="1"/>
          </p:cNvSpPr>
          <p:nvPr/>
        </p:nvSpPr>
        <p:spPr>
          <a:xfrm xmlns:a="http://schemas.openxmlformats.org/drawingml/2006/main">
            <a:off x="8763000" y="3048000"/>
            <a:ext cx="342900" cy="2095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500" b="0">
                <a:solidFill>
                  <a:srgbClr val="16A34A"/>
                </a:solidFill>
                <a:latin typeface="Aptos Display"/>
                <a:ea typeface="Aptos Display"/>
                <a:cs typeface="Aptos Display"/>
              </a:defRPr>
            </a:pPr>
            <a:r>
              <a:rPr sz="1500" b="0">
                <a:solidFill>
                  <a:srgbClr val="16A34A"/>
                </a:solidFill>
                <a:latin typeface="Aptos Display"/>
                <a:ea typeface="Aptos Display"/>
                <a:cs typeface="Aptos Display"/>
              </a:rPr>
              <a:t>03</a:t>
            </a:r>
          </a:p>
        </p:txBody>
      </p:sp>
      <p:sp>
        <p:nvSpPr>
          <p:cNvPr id="21" name="">
            <a:extLst xmlns:a="http://schemas.openxmlformats.org/drawingml/2006/main">
              <a:ext uri="{FF2B5EF4-FFF2-40B4-BE49-F238E27FC236}">
                <a16:creationId xmlns:a16="http://schemas.microsoft.com/office/drawing/2014/main" id="{8C73462E-61EE-41EF-AB04-36991B10905B}"/>
              </a:ext>
            </a:extLst>
          </p:cNvPr>
          <p:cNvSpPr>
            <a:spLocks xmlns:a="http://schemas.openxmlformats.org/drawingml/2006/main" noGrp="1"/>
          </p:cNvSpPr>
          <p:nvPr/>
        </p:nvSpPr>
        <p:spPr>
          <a:xfrm xmlns:a="http://schemas.openxmlformats.org/drawingml/2006/main">
            <a:off x="8763000" y="3352800"/>
            <a:ext cx="742950"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788" b="1">
                <a:solidFill>
                  <a:srgbClr val="050505"/>
                </a:solidFill>
                <a:latin typeface="Aptos"/>
                <a:ea typeface="Aptos"/>
                <a:cs typeface="Aptos"/>
              </a:defRPr>
            </a:pPr>
            <a:r>
              <a:rPr sz="788" b="1">
                <a:solidFill>
                  <a:srgbClr val="050505"/>
                </a:solidFill>
                <a:latin typeface="Aptos"/>
                <a:ea typeface="Aptos"/>
                <a:cs typeface="Aptos"/>
              </a:rPr>
              <a:t>Shared replay links</a:t>
            </a:r>
          </a:p>
        </p:txBody>
      </p:sp>
      <p:sp>
        <p:nvSpPr>
          <p:cNvPr id="22" name="">
            <a:extLst xmlns:a="http://schemas.openxmlformats.org/drawingml/2006/main">
              <a:ext uri="{FF2B5EF4-FFF2-40B4-BE49-F238E27FC236}">
                <a16:creationId xmlns:a16="http://schemas.microsoft.com/office/drawing/2014/main" id="{C5D4D18D-C970-4C0A-BC51-310358994D9A}"/>
              </a:ext>
            </a:extLst>
          </p:cNvPr>
          <p:cNvSpPr>
            <a:spLocks xmlns:a="http://schemas.openxmlformats.org/drawingml/2006/main" noGrp="1"/>
          </p:cNvSpPr>
          <p:nvPr/>
        </p:nvSpPr>
        <p:spPr>
          <a:xfrm xmlns:a="http://schemas.openxmlformats.org/drawingml/2006/main">
            <a:off x="8763000" y="3619500"/>
            <a:ext cx="742950"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585" b="0">
                <a:solidFill>
                  <a:srgbClr val="44403C"/>
                </a:solidFill>
                <a:latin typeface="Aptos"/>
                <a:ea typeface="Aptos"/>
                <a:cs typeface="Aptos"/>
              </a:defRPr>
            </a:pPr>
            <a:r>
              <a:rPr sz="585" b="0">
                <a:solidFill>
                  <a:srgbClr val="44403C"/>
                </a:solidFill>
                <a:latin typeface="Aptos"/>
                <a:ea typeface="Aptos"/>
                <a:cs typeface="Aptos"/>
              </a:rPr>
              <a:t>konteks tidak hilang saat rollback</a:t>
            </a:r>
          </a:p>
        </p:txBody>
      </p:sp>
      <p:sp>
        <p:nvSpPr>
          <p:cNvPr id="23" name="">
            <a:extLst xmlns:a="http://schemas.openxmlformats.org/drawingml/2006/main">
              <a:ext uri="{FF2B5EF4-FFF2-40B4-BE49-F238E27FC236}">
                <a16:creationId xmlns:a16="http://schemas.microsoft.com/office/drawing/2014/main" id="{100786DF-2BE4-4DD1-AF6F-CB8D2EF5A152}"/>
              </a:ext>
            </a:extLst>
          </p:cNvPr>
          <p:cNvSpPr>
            <a:spLocks xmlns:a="http://schemas.openxmlformats.org/drawingml/2006/main" noGrp="1"/>
          </p:cNvSpPr>
          <p:nvPr/>
        </p:nvSpPr>
        <p:spPr>
          <a:xfrm xmlns:a="http://schemas.openxmlformats.org/drawingml/2006/main">
            <a:off x="9658350" y="3409950"/>
            <a:ext cx="209550" cy="14288"/>
          </a:xfrm>
          <a:prstGeom xmlns:a="http://schemas.openxmlformats.org/drawingml/2006/main" prst="rect">
            <a:avLst/>
          </a:prstGeom>
          <a:solidFill xmlns:a="http://schemas.openxmlformats.org/drawingml/2006/main">
            <a:srgbClr val="050505"/>
          </a:solidFill>
          <a:ln xmlns:a="http://schemas.openxmlformats.org/drawingml/2006/main" w="0">
            <a:solidFill>
              <a:srgbClr val="000000">
                <a:alpha val="0"/>
              </a:srgbClr>
            </a:solidFill>
            <a:prstDash val="solid"/>
          </a:ln>
        </p:spPr>
      </p:sp>
      <p:sp>
        <p:nvSpPr>
          <p:cNvPr id="24" name="">
            <a:extLst xmlns:a="http://schemas.openxmlformats.org/drawingml/2006/main">
              <a:ext uri="{FF2B5EF4-FFF2-40B4-BE49-F238E27FC236}">
                <a16:creationId xmlns:a16="http://schemas.microsoft.com/office/drawing/2014/main" id="{96E97F87-3FE4-49EE-9284-35652DDFCBD4}"/>
              </a:ext>
            </a:extLst>
          </p:cNvPr>
          <p:cNvSpPr>
            <a:spLocks xmlns:a="http://schemas.openxmlformats.org/drawingml/2006/main" noGrp="1"/>
          </p:cNvSpPr>
          <p:nvPr/>
        </p:nvSpPr>
        <p:spPr>
          <a:xfrm xmlns:a="http://schemas.openxmlformats.org/drawingml/2006/main">
            <a:off x="9886950" y="3333750"/>
            <a:ext cx="13335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050" b="1">
                <a:solidFill>
                  <a:srgbClr val="050505"/>
                </a:solidFill>
                <a:latin typeface="Aptos"/>
                <a:ea typeface="Aptos"/>
                <a:cs typeface="Aptos"/>
              </a:defRPr>
            </a:pPr>
            <a:r>
              <a:rPr sz="1050" b="1">
                <a:solidFill>
                  <a:srgbClr val="050505"/>
                </a:solidFill>
                <a:latin typeface="Aptos"/>
                <a:ea typeface="Aptos"/>
                <a:cs typeface="Aptos"/>
              </a:rPr>
              <a:t>&gt;</a:t>
            </a:r>
          </a:p>
        </p:txBody>
      </p:sp>
      <p:sp>
        <p:nvSpPr>
          <p:cNvPr id="25" name="">
            <a:extLst xmlns:a="http://schemas.openxmlformats.org/drawingml/2006/main">
              <a:ext uri="{FF2B5EF4-FFF2-40B4-BE49-F238E27FC236}">
                <a16:creationId xmlns:a16="http://schemas.microsoft.com/office/drawing/2014/main" id="{EFE449C8-D7BA-4158-A8F0-DF2A2233ED2B}"/>
              </a:ext>
            </a:extLst>
          </p:cNvPr>
          <p:cNvSpPr>
            <a:spLocks xmlns:a="http://schemas.openxmlformats.org/drawingml/2006/main" noGrp="1"/>
          </p:cNvSpPr>
          <p:nvPr/>
        </p:nvSpPr>
        <p:spPr>
          <a:xfrm xmlns:a="http://schemas.openxmlformats.org/drawingml/2006/main">
            <a:off x="9791700" y="2266950"/>
            <a:ext cx="1066800" cy="1066800"/>
          </a:xfrm>
          <a:prstGeom xmlns:a="http://schemas.openxmlformats.org/drawingml/2006/main" prst="roundRect">
            <a:avLst>
              <a:gd name="adj" fmla="val 7143"/>
            </a:avLst>
          </a:prstGeom>
          <a:solidFill xmlns:a="http://schemas.openxmlformats.org/drawingml/2006/main">
            <a:srgbClr val="050505"/>
          </a:solidFill>
          <a:ln xmlns:a="http://schemas.openxmlformats.org/drawingml/2006/main" w="9525">
            <a:solidFill>
              <a:srgbClr val="050505"/>
            </a:solidFill>
            <a:prstDash val="solid"/>
          </a:ln>
        </p:spPr>
      </p:sp>
      <p:sp>
        <p:nvSpPr>
          <p:cNvPr id="26" name="">
            <a:extLst xmlns:a="http://schemas.openxmlformats.org/drawingml/2006/main">
              <a:ext uri="{FF2B5EF4-FFF2-40B4-BE49-F238E27FC236}">
                <a16:creationId xmlns:a16="http://schemas.microsoft.com/office/drawing/2014/main" id="{A1766F97-F7DD-4D6F-A53A-7E2A570A5105}"/>
              </a:ext>
            </a:extLst>
          </p:cNvPr>
          <p:cNvSpPr>
            <a:spLocks xmlns:a="http://schemas.openxmlformats.org/drawingml/2006/main" noGrp="1"/>
          </p:cNvSpPr>
          <p:nvPr/>
        </p:nvSpPr>
        <p:spPr>
          <a:xfrm xmlns:a="http://schemas.openxmlformats.org/drawingml/2006/main">
            <a:off x="9963150" y="2438400"/>
            <a:ext cx="342900" cy="2095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500" b="0">
                <a:solidFill>
                  <a:srgbClr val="FFFFFF"/>
                </a:solidFill>
                <a:latin typeface="Aptos Display"/>
                <a:ea typeface="Aptos Display"/>
                <a:cs typeface="Aptos Display"/>
              </a:defRPr>
            </a:pPr>
            <a:r>
              <a:rPr sz="1500" b="0">
                <a:solidFill>
                  <a:srgbClr val="FFFFFF"/>
                </a:solidFill>
                <a:latin typeface="Aptos Display"/>
                <a:ea typeface="Aptos Display"/>
                <a:cs typeface="Aptos Display"/>
              </a:rPr>
              <a:t>04</a:t>
            </a:r>
          </a:p>
        </p:txBody>
      </p:sp>
      <p:sp>
        <p:nvSpPr>
          <p:cNvPr id="27" name="">
            <a:extLst xmlns:a="http://schemas.openxmlformats.org/drawingml/2006/main">
              <a:ext uri="{FF2B5EF4-FFF2-40B4-BE49-F238E27FC236}">
                <a16:creationId xmlns:a16="http://schemas.microsoft.com/office/drawing/2014/main" id="{2A57466E-00FF-44EF-9F2B-043E57A19B83}"/>
              </a:ext>
            </a:extLst>
          </p:cNvPr>
          <p:cNvSpPr>
            <a:spLocks xmlns:a="http://schemas.openxmlformats.org/drawingml/2006/main" noGrp="1"/>
          </p:cNvSpPr>
          <p:nvPr/>
        </p:nvSpPr>
        <p:spPr>
          <a:xfrm xmlns:a="http://schemas.openxmlformats.org/drawingml/2006/main">
            <a:off x="9963150" y="2743200"/>
            <a:ext cx="742950"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788" b="1">
                <a:solidFill>
                  <a:srgbClr val="FFFFFF"/>
                </a:solidFill>
                <a:latin typeface="Aptos"/>
                <a:ea typeface="Aptos"/>
                <a:cs typeface="Aptos"/>
              </a:defRPr>
            </a:pPr>
            <a:r>
              <a:rPr sz="788" b="1">
                <a:solidFill>
                  <a:srgbClr val="FFFFFF"/>
                </a:solidFill>
                <a:latin typeface="Aptos"/>
                <a:ea typeface="Aptos"/>
                <a:cs typeface="Aptos"/>
              </a:rPr>
              <a:t>Multi-harness observability</a:t>
            </a:r>
          </a:p>
        </p:txBody>
      </p:sp>
      <p:sp>
        <p:nvSpPr>
          <p:cNvPr id="28" name="">
            <a:extLst xmlns:a="http://schemas.openxmlformats.org/drawingml/2006/main">
              <a:ext uri="{FF2B5EF4-FFF2-40B4-BE49-F238E27FC236}">
                <a16:creationId xmlns:a16="http://schemas.microsoft.com/office/drawing/2014/main" id="{615B9E31-DB7C-4E90-B1C9-7050899AAA16}"/>
              </a:ext>
            </a:extLst>
          </p:cNvPr>
          <p:cNvSpPr>
            <a:spLocks xmlns:a="http://schemas.openxmlformats.org/drawingml/2006/main" noGrp="1"/>
          </p:cNvSpPr>
          <p:nvPr/>
        </p:nvSpPr>
        <p:spPr>
          <a:xfrm xmlns:a="http://schemas.openxmlformats.org/drawingml/2006/main">
            <a:off x="9963150" y="3009900"/>
            <a:ext cx="742950"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585" b="0">
                <a:solidFill>
                  <a:srgbClr val="D4D4D4"/>
                </a:solidFill>
                <a:latin typeface="Aptos"/>
                <a:ea typeface="Aptos"/>
                <a:cs typeface="Aptos"/>
              </a:defRPr>
            </a:pPr>
            <a:r>
              <a:rPr sz="585" b="0">
                <a:solidFill>
                  <a:srgbClr val="D4D4D4"/>
                </a:solidFill>
                <a:latin typeface="Aptos"/>
                <a:ea typeface="Aptos"/>
                <a:cs typeface="Aptos"/>
              </a:rPr>
              <a:t>Claude, Codex, OpenClaw, Cline, Aider</a:t>
            </a:r>
          </a:p>
        </p:txBody>
      </p:sp>
      <p:sp>
        <p:nvSpPr>
          <p:cNvPr id="29" name="">
            <a:extLst xmlns:a="http://schemas.openxmlformats.org/drawingml/2006/main">
              <a:ext uri="{FF2B5EF4-FFF2-40B4-BE49-F238E27FC236}">
                <a16:creationId xmlns:a16="http://schemas.microsoft.com/office/drawing/2014/main" id="{846E79A2-8B02-474B-BEE6-F765B0A9A5F4}"/>
              </a:ext>
            </a:extLst>
          </p:cNvPr>
          <p:cNvSpPr>
            <a:spLocks xmlns:a="http://schemas.openxmlformats.org/drawingml/2006/main" noGrp="1"/>
          </p:cNvSpPr>
          <p:nvPr/>
        </p:nvSpPr>
        <p:spPr>
          <a:xfrm xmlns:a="http://schemas.openxmlformats.org/drawingml/2006/main">
            <a:off x="552450" y="4095750"/>
            <a:ext cx="5143500" cy="1181100"/>
          </a:xfrm>
          <a:prstGeom xmlns:a="http://schemas.openxmlformats.org/drawingml/2006/main" prst="roundRect">
            <a:avLst>
              <a:gd name="adj" fmla="val 6452"/>
            </a:avLst>
          </a:prstGeom>
          <a:solidFill xmlns:a="http://schemas.openxmlformats.org/drawingml/2006/main">
            <a:srgbClr val="F5F3F1"/>
          </a:solidFill>
          <a:ln xmlns:a="http://schemas.openxmlformats.org/drawingml/2006/main" w="9525">
            <a:solidFill>
              <a:srgbClr val="E0DFDD"/>
            </a:solidFill>
            <a:prstDash val="solid"/>
          </a:ln>
        </p:spPr>
      </p:sp>
      <p:sp>
        <p:nvSpPr>
          <p:cNvPr id="30" name="">
            <a:extLst xmlns:a="http://schemas.openxmlformats.org/drawingml/2006/main">
              <a:ext uri="{FF2B5EF4-FFF2-40B4-BE49-F238E27FC236}">
                <a16:creationId xmlns:a16="http://schemas.microsoft.com/office/drawing/2014/main" id="{E6E6C181-7C57-4E3C-8213-E42566FD9DD8}"/>
              </a:ext>
            </a:extLst>
          </p:cNvPr>
          <p:cNvSpPr>
            <a:spLocks xmlns:a="http://schemas.openxmlformats.org/drawingml/2006/main" noGrp="1"/>
          </p:cNvSpPr>
          <p:nvPr/>
        </p:nvSpPr>
        <p:spPr>
          <a:xfrm xmlns:a="http://schemas.openxmlformats.org/drawingml/2006/main">
            <a:off x="800100" y="4324350"/>
            <a:ext cx="171450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00" b="1">
                <a:solidFill>
                  <a:srgbClr val="050505"/>
                </a:solidFill>
                <a:latin typeface="Aptos"/>
                <a:ea typeface="Aptos"/>
                <a:cs typeface="Aptos"/>
              </a:defRPr>
            </a:pPr>
            <a:r>
              <a:rPr sz="900" b="1">
                <a:solidFill>
                  <a:srgbClr val="050505"/>
                </a:solidFill>
                <a:latin typeface="Aptos"/>
                <a:ea typeface="Aptos"/>
                <a:cs typeface="Aptos"/>
              </a:rPr>
              <a:t>Future development</a:t>
            </a:r>
          </a:p>
        </p:txBody>
      </p:sp>
      <p:sp>
        <p:nvSpPr>
          <p:cNvPr id="31" name="">
            <a:extLst xmlns:a="http://schemas.openxmlformats.org/drawingml/2006/main">
              <a:ext uri="{FF2B5EF4-FFF2-40B4-BE49-F238E27FC236}">
                <a16:creationId xmlns:a16="http://schemas.microsoft.com/office/drawing/2014/main" id="{B1923CA4-DD16-42C2-952E-7322C388EEB8}"/>
              </a:ext>
            </a:extLst>
          </p:cNvPr>
          <p:cNvSpPr>
            <a:spLocks xmlns:a="http://schemas.openxmlformats.org/drawingml/2006/main" noGrp="1"/>
          </p:cNvSpPr>
          <p:nvPr/>
        </p:nvSpPr>
        <p:spPr>
          <a:xfrm xmlns:a="http://schemas.openxmlformats.org/drawingml/2006/main">
            <a:off x="819150" y="4648200"/>
            <a:ext cx="76200" cy="76200"/>
          </a:xfrm>
          <a:prstGeom xmlns:a="http://schemas.openxmlformats.org/drawingml/2006/main" prst="ellipse">
            <a:avLst/>
          </a:prstGeom>
          <a:solidFill xmlns:a="http://schemas.openxmlformats.org/drawingml/2006/main">
            <a:srgbClr val="F41A2F"/>
          </a:solidFill>
          <a:ln xmlns:a="http://schemas.openxmlformats.org/drawingml/2006/main" w="0">
            <a:solidFill>
              <a:srgbClr val="000000">
                <a:alpha val="0"/>
              </a:srgbClr>
            </a:solidFill>
            <a:prstDash val="solid"/>
          </a:ln>
        </p:spPr>
      </p:sp>
      <p:sp>
        <p:nvSpPr>
          <p:cNvPr id="32" name="">
            <a:extLst xmlns:a="http://schemas.openxmlformats.org/drawingml/2006/main">
              <a:ext uri="{FF2B5EF4-FFF2-40B4-BE49-F238E27FC236}">
                <a16:creationId xmlns:a16="http://schemas.microsoft.com/office/drawing/2014/main" id="{FDB1AEAC-326C-4172-86C7-5F4912EEE480}"/>
              </a:ext>
            </a:extLst>
          </p:cNvPr>
          <p:cNvSpPr>
            <a:spLocks xmlns:a="http://schemas.openxmlformats.org/drawingml/2006/main" noGrp="1"/>
          </p:cNvSpPr>
          <p:nvPr/>
        </p:nvSpPr>
        <p:spPr>
          <a:xfrm xmlns:a="http://schemas.openxmlformats.org/drawingml/2006/main">
            <a:off x="971550" y="4591050"/>
            <a:ext cx="1333500" cy="1524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600" b="0">
                <a:solidFill>
                  <a:srgbClr val="44403C"/>
                </a:solidFill>
                <a:latin typeface="Aptos"/>
                <a:ea typeface="Aptos"/>
                <a:cs typeface="Aptos"/>
              </a:defRPr>
            </a:pPr>
            <a:r>
              <a:rPr sz="600" b="0">
                <a:solidFill>
                  <a:srgbClr val="44403C"/>
                </a:solidFill>
                <a:latin typeface="Aptos"/>
                <a:ea typeface="Aptos"/>
                <a:cs typeface="Aptos"/>
              </a:rPr>
              <a:t>Codex/OpenCode/OpenClaw adapters</a:t>
            </a:r>
          </a:p>
        </p:txBody>
      </p:sp>
      <p:sp>
        <p:nvSpPr>
          <p:cNvPr id="33" name="">
            <a:extLst xmlns:a="http://schemas.openxmlformats.org/drawingml/2006/main">
              <a:ext uri="{FF2B5EF4-FFF2-40B4-BE49-F238E27FC236}">
                <a16:creationId xmlns:a16="http://schemas.microsoft.com/office/drawing/2014/main" id="{14A23B12-9A88-4E70-BB03-2F6BA484749B}"/>
              </a:ext>
            </a:extLst>
          </p:cNvPr>
          <p:cNvSpPr>
            <a:spLocks xmlns:a="http://schemas.openxmlformats.org/drawingml/2006/main" noGrp="1"/>
          </p:cNvSpPr>
          <p:nvPr/>
        </p:nvSpPr>
        <p:spPr>
          <a:xfrm xmlns:a="http://schemas.openxmlformats.org/drawingml/2006/main">
            <a:off x="2343150" y="4648200"/>
            <a:ext cx="76200" cy="76200"/>
          </a:xfrm>
          <a:prstGeom xmlns:a="http://schemas.openxmlformats.org/drawingml/2006/main" prst="ellipse">
            <a:avLst/>
          </a:prstGeom>
          <a:solidFill xmlns:a="http://schemas.openxmlformats.org/drawingml/2006/main">
            <a:srgbClr val="F59E0B"/>
          </a:solidFill>
          <a:ln xmlns:a="http://schemas.openxmlformats.org/drawingml/2006/main" w="0">
            <a:solidFill>
              <a:srgbClr val="000000">
                <a:alpha val="0"/>
              </a:srgbClr>
            </a:solidFill>
            <a:prstDash val="solid"/>
          </a:ln>
        </p:spPr>
      </p:sp>
      <p:sp>
        <p:nvSpPr>
          <p:cNvPr id="34" name="">
            <a:extLst xmlns:a="http://schemas.openxmlformats.org/drawingml/2006/main">
              <a:ext uri="{FF2B5EF4-FFF2-40B4-BE49-F238E27FC236}">
                <a16:creationId xmlns:a16="http://schemas.microsoft.com/office/drawing/2014/main" id="{4D2BEDD9-82F7-4CDC-B40C-CCFA35889C26}"/>
              </a:ext>
            </a:extLst>
          </p:cNvPr>
          <p:cNvSpPr>
            <a:spLocks xmlns:a="http://schemas.openxmlformats.org/drawingml/2006/main" noGrp="1"/>
          </p:cNvSpPr>
          <p:nvPr/>
        </p:nvSpPr>
        <p:spPr>
          <a:xfrm xmlns:a="http://schemas.openxmlformats.org/drawingml/2006/main">
            <a:off x="2495550" y="4591050"/>
            <a:ext cx="1333500" cy="1524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600" b="0">
                <a:solidFill>
                  <a:srgbClr val="44403C"/>
                </a:solidFill>
                <a:latin typeface="Aptos"/>
                <a:ea typeface="Aptos"/>
                <a:cs typeface="Aptos"/>
              </a:defRPr>
            </a:pPr>
            <a:r>
              <a:rPr sz="600" b="0">
                <a:solidFill>
                  <a:srgbClr val="44403C"/>
                </a:solidFill>
                <a:latin typeface="Aptos"/>
                <a:ea typeface="Aptos"/>
                <a:cs typeface="Aptos"/>
              </a:rPr>
              <a:t>PR embed</a:t>
            </a:r>
          </a:p>
        </p:txBody>
      </p:sp>
      <p:sp>
        <p:nvSpPr>
          <p:cNvPr id="35" name="">
            <a:extLst xmlns:a="http://schemas.openxmlformats.org/drawingml/2006/main">
              <a:ext uri="{FF2B5EF4-FFF2-40B4-BE49-F238E27FC236}">
                <a16:creationId xmlns:a16="http://schemas.microsoft.com/office/drawing/2014/main" id="{141DC22F-57BF-4C5B-9D19-213603A50253}"/>
              </a:ext>
            </a:extLst>
          </p:cNvPr>
          <p:cNvSpPr>
            <a:spLocks xmlns:a="http://schemas.openxmlformats.org/drawingml/2006/main" noGrp="1"/>
          </p:cNvSpPr>
          <p:nvPr/>
        </p:nvSpPr>
        <p:spPr>
          <a:xfrm xmlns:a="http://schemas.openxmlformats.org/drawingml/2006/main">
            <a:off x="3867150" y="4648200"/>
            <a:ext cx="76200" cy="76200"/>
          </a:xfrm>
          <a:prstGeom xmlns:a="http://schemas.openxmlformats.org/drawingml/2006/main" prst="ellipse">
            <a:avLst/>
          </a:prstGeom>
          <a:solidFill xmlns:a="http://schemas.openxmlformats.org/drawingml/2006/main">
            <a:srgbClr val="16A34A"/>
          </a:solidFill>
          <a:ln xmlns:a="http://schemas.openxmlformats.org/drawingml/2006/main" w="0">
            <a:solidFill>
              <a:srgbClr val="000000">
                <a:alpha val="0"/>
              </a:srgbClr>
            </a:solidFill>
            <a:prstDash val="solid"/>
          </a:ln>
        </p:spPr>
      </p:sp>
      <p:sp>
        <p:nvSpPr>
          <p:cNvPr id="36" name="">
            <a:extLst xmlns:a="http://schemas.openxmlformats.org/drawingml/2006/main">
              <a:ext uri="{FF2B5EF4-FFF2-40B4-BE49-F238E27FC236}">
                <a16:creationId xmlns:a16="http://schemas.microsoft.com/office/drawing/2014/main" id="{2E2F5533-265F-410E-A3EB-80078C2C0DBB}"/>
              </a:ext>
            </a:extLst>
          </p:cNvPr>
          <p:cNvSpPr>
            <a:spLocks xmlns:a="http://schemas.openxmlformats.org/drawingml/2006/main" noGrp="1"/>
          </p:cNvSpPr>
          <p:nvPr/>
        </p:nvSpPr>
        <p:spPr>
          <a:xfrm xmlns:a="http://schemas.openxmlformats.org/drawingml/2006/main">
            <a:off x="4019550" y="4591050"/>
            <a:ext cx="1333500" cy="1524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600" b="0">
                <a:solidFill>
                  <a:srgbClr val="44403C"/>
                </a:solidFill>
                <a:latin typeface="Aptos"/>
                <a:ea typeface="Aptos"/>
                <a:cs typeface="Aptos"/>
              </a:defRPr>
            </a:pPr>
            <a:r>
              <a:rPr sz="600" b="0">
                <a:solidFill>
                  <a:srgbClr val="44403C"/>
                </a:solidFill>
                <a:latin typeface="Aptos"/>
                <a:ea typeface="Aptos"/>
                <a:cs typeface="Aptos"/>
              </a:rPr>
              <a:t>richer replay modes</a:t>
            </a:r>
          </a:p>
        </p:txBody>
      </p:sp>
      <p:sp>
        <p:nvSpPr>
          <p:cNvPr id="37" name="">
            <a:extLst xmlns:a="http://schemas.openxmlformats.org/drawingml/2006/main">
              <a:ext uri="{FF2B5EF4-FFF2-40B4-BE49-F238E27FC236}">
                <a16:creationId xmlns:a16="http://schemas.microsoft.com/office/drawing/2014/main" id="{54301270-3E56-4EB9-BB9D-F3F6D9CD9E24}"/>
              </a:ext>
            </a:extLst>
          </p:cNvPr>
          <p:cNvSpPr>
            <a:spLocks xmlns:a="http://schemas.openxmlformats.org/drawingml/2006/main" noGrp="1"/>
          </p:cNvSpPr>
          <p:nvPr/>
        </p:nvSpPr>
        <p:spPr>
          <a:xfrm xmlns:a="http://schemas.openxmlformats.org/drawingml/2006/main">
            <a:off x="819150" y="4933950"/>
            <a:ext cx="76200" cy="76200"/>
          </a:xfrm>
          <a:prstGeom xmlns:a="http://schemas.openxmlformats.org/drawingml/2006/main" prst="ellipse">
            <a:avLst/>
          </a:prstGeom>
          <a:solidFill xmlns:a="http://schemas.openxmlformats.org/drawingml/2006/main">
            <a:srgbClr val="315BA8"/>
          </a:solidFill>
          <a:ln xmlns:a="http://schemas.openxmlformats.org/drawingml/2006/main" w="0">
            <a:solidFill>
              <a:srgbClr val="000000">
                <a:alpha val="0"/>
              </a:srgbClr>
            </a:solidFill>
            <a:prstDash val="solid"/>
          </a:ln>
        </p:spPr>
      </p:sp>
      <p:sp>
        <p:nvSpPr>
          <p:cNvPr id="38" name="">
            <a:extLst xmlns:a="http://schemas.openxmlformats.org/drawingml/2006/main">
              <a:ext uri="{FF2B5EF4-FFF2-40B4-BE49-F238E27FC236}">
                <a16:creationId xmlns:a16="http://schemas.microsoft.com/office/drawing/2014/main" id="{2D1C184B-34C2-4F8C-BE37-245336FC21AA}"/>
              </a:ext>
            </a:extLst>
          </p:cNvPr>
          <p:cNvSpPr>
            <a:spLocks xmlns:a="http://schemas.openxmlformats.org/drawingml/2006/main" noGrp="1"/>
          </p:cNvSpPr>
          <p:nvPr/>
        </p:nvSpPr>
        <p:spPr>
          <a:xfrm xmlns:a="http://schemas.openxmlformats.org/drawingml/2006/main">
            <a:off x="971550" y="4876800"/>
            <a:ext cx="1333500" cy="1524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600" b="0">
                <a:solidFill>
                  <a:srgbClr val="44403C"/>
                </a:solidFill>
                <a:latin typeface="Aptos"/>
                <a:ea typeface="Aptos"/>
                <a:cs typeface="Aptos"/>
              </a:defRPr>
            </a:pPr>
            <a:r>
              <a:rPr sz="600" b="0">
                <a:solidFill>
                  <a:srgbClr val="44403C"/>
                </a:solidFill>
                <a:latin typeface="Aptos"/>
                <a:ea typeface="Aptos"/>
                <a:cs typeface="Aptos"/>
              </a:rPr>
              <a:t>team sharing</a:t>
            </a:r>
          </a:p>
        </p:txBody>
      </p:sp>
      <p:sp>
        <p:nvSpPr>
          <p:cNvPr id="39" name="">
            <a:extLst xmlns:a="http://schemas.openxmlformats.org/drawingml/2006/main">
              <a:ext uri="{FF2B5EF4-FFF2-40B4-BE49-F238E27FC236}">
                <a16:creationId xmlns:a16="http://schemas.microsoft.com/office/drawing/2014/main" id="{5C9CDF6B-8B8B-4975-B5CC-6C7A068A7502}"/>
              </a:ext>
            </a:extLst>
          </p:cNvPr>
          <p:cNvSpPr>
            <a:spLocks xmlns:a="http://schemas.openxmlformats.org/drawingml/2006/main" noGrp="1"/>
          </p:cNvSpPr>
          <p:nvPr/>
        </p:nvSpPr>
        <p:spPr>
          <a:xfrm xmlns:a="http://schemas.openxmlformats.org/drawingml/2006/main">
            <a:off x="2343150" y="4933950"/>
            <a:ext cx="76200" cy="76200"/>
          </a:xfrm>
          <a:prstGeom xmlns:a="http://schemas.openxmlformats.org/drawingml/2006/main" prst="ellipse">
            <a:avLst/>
          </a:prstGeom>
          <a:solidFill xmlns:a="http://schemas.openxmlformats.org/drawingml/2006/main">
            <a:srgbClr val="050505"/>
          </a:solidFill>
          <a:ln xmlns:a="http://schemas.openxmlformats.org/drawingml/2006/main" w="0">
            <a:solidFill>
              <a:srgbClr val="000000">
                <a:alpha val="0"/>
              </a:srgbClr>
            </a:solidFill>
            <a:prstDash val="solid"/>
          </a:ln>
        </p:spPr>
      </p:sp>
      <p:sp>
        <p:nvSpPr>
          <p:cNvPr id="40" name="">
            <a:extLst xmlns:a="http://schemas.openxmlformats.org/drawingml/2006/main">
              <a:ext uri="{FF2B5EF4-FFF2-40B4-BE49-F238E27FC236}">
                <a16:creationId xmlns:a16="http://schemas.microsoft.com/office/drawing/2014/main" id="{52F4EB04-F430-4C7A-B4D2-A1D4B6CEE1FE}"/>
              </a:ext>
            </a:extLst>
          </p:cNvPr>
          <p:cNvSpPr>
            <a:spLocks xmlns:a="http://schemas.openxmlformats.org/drawingml/2006/main" noGrp="1"/>
          </p:cNvSpPr>
          <p:nvPr/>
        </p:nvSpPr>
        <p:spPr>
          <a:xfrm xmlns:a="http://schemas.openxmlformats.org/drawingml/2006/main">
            <a:off x="2495550" y="4876800"/>
            <a:ext cx="1333500" cy="1524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600" b="0">
                <a:solidFill>
                  <a:srgbClr val="44403C"/>
                </a:solidFill>
                <a:latin typeface="Aptos"/>
                <a:ea typeface="Aptos"/>
                <a:cs typeface="Aptos"/>
              </a:defRPr>
            </a:pPr>
            <a:r>
              <a:rPr sz="600" b="0">
                <a:solidFill>
                  <a:srgbClr val="44403C"/>
                </a:solidFill>
                <a:latin typeface="Aptos"/>
                <a:ea typeface="Aptos"/>
                <a:cs typeface="Aptos"/>
              </a:rPr>
              <a:t>better loop analysis</a:t>
            </a:r>
          </a:p>
        </p:txBody>
      </p:sp>
      <p:sp>
        <p:nvSpPr>
          <p:cNvPr id="41" name="">
            <a:extLst xmlns:a="http://schemas.openxmlformats.org/drawingml/2006/main">
              <a:ext uri="{FF2B5EF4-FFF2-40B4-BE49-F238E27FC236}">
                <a16:creationId xmlns:a16="http://schemas.microsoft.com/office/drawing/2014/main" id="{38FD7FB8-5BB1-4312-AFFE-CBCB72B1EC40}"/>
              </a:ext>
            </a:extLst>
          </p:cNvPr>
          <p:cNvSpPr>
            <a:spLocks xmlns:a="http://schemas.openxmlformats.org/drawingml/2006/main" noGrp="1"/>
          </p:cNvSpPr>
          <p:nvPr/>
        </p:nvSpPr>
        <p:spPr>
          <a:xfrm xmlns:a="http://schemas.openxmlformats.org/drawingml/2006/main">
            <a:off x="552450" y="5638800"/>
            <a:ext cx="11087100" cy="438150"/>
          </a:xfrm>
          <a:prstGeom xmlns:a="http://schemas.openxmlformats.org/drawingml/2006/main" prst="roundRect">
            <a:avLst>
              <a:gd name="adj" fmla="val 17391"/>
            </a:avLst>
          </a:prstGeom>
          <a:solidFill xmlns:a="http://schemas.openxmlformats.org/drawingml/2006/main">
            <a:srgbClr val="050505"/>
          </a:solidFill>
          <a:ln xmlns:a="http://schemas.openxmlformats.org/drawingml/2006/main" w="0">
            <a:solidFill>
              <a:srgbClr val="000000">
                <a:alpha val="0"/>
              </a:srgbClr>
            </a:solidFill>
            <a:prstDash val="solid"/>
          </a:ln>
        </p:spPr>
      </p:sp>
      <p:sp>
        <p:nvSpPr>
          <p:cNvPr id="42" name="">
            <a:extLst xmlns:a="http://schemas.openxmlformats.org/drawingml/2006/main">
              <a:ext uri="{FF2B5EF4-FFF2-40B4-BE49-F238E27FC236}">
                <a16:creationId xmlns:a16="http://schemas.microsoft.com/office/drawing/2014/main" id="{E98F8DBA-B5C5-41E2-AC32-0A0A3AACB63B}"/>
              </a:ext>
            </a:extLst>
          </p:cNvPr>
          <p:cNvSpPr>
            <a:spLocks xmlns:a="http://schemas.openxmlformats.org/drawingml/2006/main" noGrp="1"/>
          </p:cNvSpPr>
          <p:nvPr/>
        </p:nvSpPr>
        <p:spPr>
          <a:xfrm xmlns:a="http://schemas.openxmlformats.org/drawingml/2006/main">
            <a:off x="800100" y="5753100"/>
            <a:ext cx="7239000" cy="2095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650" b="0">
                <a:solidFill>
                  <a:srgbClr val="FFFFFF"/>
                </a:solidFill>
                <a:latin typeface="Aptos Display"/>
                <a:ea typeface="Aptos Display"/>
                <a:cs typeface="Aptos Display"/>
              </a:defRPr>
            </a:pPr>
            <a:r>
              <a:rPr sz="1650" b="0">
                <a:solidFill>
                  <a:srgbClr val="FFFFFF"/>
                </a:solidFill>
                <a:latin typeface="Aptos Display"/>
                <a:ea typeface="Aptos Display"/>
                <a:cs typeface="Aptos Display"/>
              </a:rPr>
              <a:t>Looma is the Loom for autonomous coding agents.</a:t>
            </a:r>
          </a:p>
        </p:txBody>
      </p:sp>
      <p:sp>
        <p:nvSpPr>
          <p:cNvPr id="43" name="">
            <a:extLst xmlns:a="http://schemas.openxmlformats.org/drawingml/2006/main">
              <a:ext uri="{FF2B5EF4-FFF2-40B4-BE49-F238E27FC236}">
                <a16:creationId xmlns:a16="http://schemas.microsoft.com/office/drawing/2014/main" id="{E270D565-B062-4EE0-92BC-06C6A5915FDD}"/>
              </a:ext>
            </a:extLst>
          </p:cNvPr>
          <p:cNvSpPr>
            <a:spLocks xmlns:a="http://schemas.openxmlformats.org/drawingml/2006/main" noGrp="1"/>
          </p:cNvSpPr>
          <p:nvPr/>
        </p:nvSpPr>
        <p:spPr>
          <a:xfrm xmlns:a="http://schemas.openxmlformats.org/drawingml/2006/main">
            <a:off x="9525000" y="5791200"/>
            <a:ext cx="1809750" cy="1524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r">
              <a:defRPr sz="675" b="0">
                <a:solidFill>
                  <a:srgbClr val="D4D4D4"/>
                </a:solidFill>
                <a:latin typeface="Aptos"/>
                <a:ea typeface="Aptos"/>
                <a:cs typeface="Aptos"/>
              </a:defRPr>
            </a:pPr>
            <a:r>
              <a:rPr sz="675" b="0">
                <a:solidFill>
                  <a:srgbClr val="D4D4D4"/>
                </a:solidFill>
                <a:latin typeface="Aptos"/>
                <a:ea typeface="Aptos"/>
                <a:cs typeface="Aptos"/>
              </a:rPr>
              <a:t>OpenClaw2026_NamaTim_Looma</a:t>
            </a:r>
          </a:p>
        </p:txBody>
      </p:sp>
      <p:sp>
        <p:nvSpPr>
          <p:cNvPr id="44" name="">
            <a:extLst xmlns:a="http://schemas.openxmlformats.org/drawingml/2006/main">
              <a:ext uri="{FF2B5EF4-FFF2-40B4-BE49-F238E27FC236}">
                <a16:creationId xmlns:a16="http://schemas.microsoft.com/office/drawing/2014/main" id="{175E54C0-91B5-475F-8924-4835B09EFE9D}"/>
              </a:ext>
            </a:extLst>
          </p:cNvPr>
          <p:cNvSpPr>
            <a:spLocks xmlns:a="http://schemas.openxmlformats.org/drawingml/2006/main" noGrp="1"/>
          </p:cNvSpPr>
          <p:nvPr/>
        </p:nvSpPr>
        <p:spPr>
          <a:xfrm xmlns:a="http://schemas.openxmlformats.org/drawingml/2006/main">
            <a:off x="552450" y="6400800"/>
            <a:ext cx="11087100" cy="9525"/>
          </a:xfrm>
          <a:prstGeom xmlns:a="http://schemas.openxmlformats.org/drawingml/2006/main" prst="rect">
            <a:avLst/>
          </a:prstGeom>
          <a:solidFill xmlns:a="http://schemas.openxmlformats.org/drawingml/2006/main">
            <a:srgbClr val="E9E6E2"/>
          </a:solidFill>
          <a:ln xmlns:a="http://schemas.openxmlformats.org/drawingml/2006/main" w="0">
            <a:solidFill>
              <a:srgbClr val="000000">
                <a:alpha val="0"/>
              </a:srgbClr>
            </a:solidFill>
            <a:prstDash val="solid"/>
          </a:ln>
        </p:spPr>
      </p:sp>
      <p:sp>
        <p:nvSpPr>
          <p:cNvPr id="45" name="">
            <a:extLst xmlns:a="http://schemas.openxmlformats.org/drawingml/2006/main">
              <a:ext uri="{FF2B5EF4-FFF2-40B4-BE49-F238E27FC236}">
                <a16:creationId xmlns:a16="http://schemas.microsoft.com/office/drawing/2014/main" id="{DE708F88-61A0-47BC-AEF9-0ED7EFD9D0F6}"/>
              </a:ext>
            </a:extLst>
          </p:cNvPr>
          <p:cNvSpPr>
            <a:spLocks xmlns:a="http://schemas.openxmlformats.org/drawingml/2006/main" noGrp="1"/>
          </p:cNvSpPr>
          <p:nvPr/>
        </p:nvSpPr>
        <p:spPr>
          <a:xfrm xmlns:a="http://schemas.openxmlformats.org/drawingml/2006/main">
            <a:off x="552450" y="6534150"/>
            <a:ext cx="685800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675" b="0">
                <a:solidFill>
                  <a:srgbClr val="78716C"/>
                </a:solidFill>
                <a:latin typeface="Aptos"/>
                <a:ea typeface="Aptos"/>
                <a:cs typeface="Aptos"/>
              </a:defRPr>
            </a:pPr>
            <a:r>
              <a:rPr sz="675" b="0">
                <a:solidFill>
                  <a:srgbClr val="78716C"/>
                </a:solidFill>
                <a:latin typeface="Aptos"/>
                <a:ea typeface="Aptos"/>
                <a:cs typeface="Aptos"/>
              </a:rPr>
              <a:t>Impact: agent work becomes visible even when the code must be reverted</a:t>
            </a:r>
          </a:p>
        </p:txBody>
      </p:sp>
      <p:sp>
        <p:nvSpPr>
          <p:cNvPr id="46" name="">
            <a:extLst xmlns:a="http://schemas.openxmlformats.org/drawingml/2006/main">
              <a:ext uri="{FF2B5EF4-FFF2-40B4-BE49-F238E27FC236}">
                <a16:creationId xmlns:a16="http://schemas.microsoft.com/office/drawing/2014/main" id="{357FF7F0-F9C8-4BA7-B8A7-2F2136E6D07E}"/>
              </a:ext>
            </a:extLst>
          </p:cNvPr>
          <p:cNvSpPr>
            <a:spLocks xmlns:a="http://schemas.openxmlformats.org/drawingml/2006/main" noGrp="1"/>
          </p:cNvSpPr>
          <p:nvPr/>
        </p:nvSpPr>
        <p:spPr>
          <a:xfrm xmlns:a="http://schemas.openxmlformats.org/drawingml/2006/main">
            <a:off x="11163300" y="6515100"/>
            <a:ext cx="47625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r">
              <a:defRPr sz="750" b="0">
                <a:solidFill>
                  <a:srgbClr val="78716C"/>
                </a:solidFill>
                <a:latin typeface="Aptos"/>
                <a:ea typeface="Aptos"/>
                <a:cs typeface="Aptos"/>
              </a:defRPr>
            </a:pPr>
            <a:r>
              <a:rPr sz="750" b="0">
                <a:solidFill>
                  <a:srgbClr val="78716C"/>
                </a:solidFill>
                <a:latin typeface="Aptos"/>
                <a:ea typeface="Aptos"/>
                <a:cs typeface="Aptos"/>
              </a:rPr>
              <a:t>05</a:t>
            </a:r>
          </a:p>
        </p:txBody>
      </p:sp>
    </p:spTree>
    <p:extLst>
      <p:ext uri="{BB962C8B-B14F-4D97-AF65-F5344CB8AC3E}">
        <p14:creationId xmlns:p14="http://schemas.microsoft.com/office/powerpoint/2010/main" val="21949124"/>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solidFill>
          <a:schemeClr val="dk1"/>
        </a:solidFill>
        <a:solidFill>
          <a:schemeClr val="accent1"/>
        </a:soli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2026-05-15T14:47:46.0310000Z</dcterms:created>
  <dcterms:modified xsi:type="dcterms:W3CDTF">2026-05-15T14:47:46.0310000Z</dcterms:modified>
</coreProperties>
</file>